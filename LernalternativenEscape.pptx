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7"/>
  </p:notesMasterIdLst>
  <p:handoutMasterIdLst>
    <p:handoutMasterId r:id="rId38"/>
  </p:handoutMasterIdLst>
  <p:sldIdLst>
    <p:sldId id="278" r:id="rId5"/>
    <p:sldId id="282" r:id="rId6"/>
    <p:sldId id="271" r:id="rId7"/>
    <p:sldId id="316" r:id="rId8"/>
    <p:sldId id="305" r:id="rId9"/>
    <p:sldId id="287" r:id="rId10"/>
    <p:sldId id="318" r:id="rId11"/>
    <p:sldId id="309" r:id="rId12"/>
    <p:sldId id="308" r:id="rId13"/>
    <p:sldId id="319" r:id="rId14"/>
    <p:sldId id="320" r:id="rId15"/>
    <p:sldId id="321" r:id="rId16"/>
    <p:sldId id="323" r:id="rId17"/>
    <p:sldId id="322" r:id="rId18"/>
    <p:sldId id="304" r:id="rId19"/>
    <p:sldId id="317" r:id="rId20"/>
    <p:sldId id="310" r:id="rId21"/>
    <p:sldId id="314" r:id="rId22"/>
    <p:sldId id="324" r:id="rId23"/>
    <p:sldId id="315" r:id="rId24"/>
    <p:sldId id="306" r:id="rId25"/>
    <p:sldId id="284" r:id="rId26"/>
    <p:sldId id="307" r:id="rId27"/>
    <p:sldId id="292" r:id="rId28"/>
    <p:sldId id="295" r:id="rId29"/>
    <p:sldId id="297" r:id="rId30"/>
    <p:sldId id="296" r:id="rId31"/>
    <p:sldId id="298" r:id="rId32"/>
    <p:sldId id="299" r:id="rId33"/>
    <p:sldId id="300" r:id="rId34"/>
    <p:sldId id="291" r:id="rId35"/>
    <p:sldId id="301" r:id="rId36"/>
  </p:sldIdLst>
  <p:sldSz cx="12192000" cy="6858000"/>
  <p:notesSz cx="6858000" cy="9144000"/>
  <p:defaultTex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5388" autoAdjust="0"/>
  </p:normalViewPr>
  <p:slideViewPr>
    <p:cSldViewPr snapToGrid="0">
      <p:cViewPr varScale="1">
        <p:scale>
          <a:sx n="116" d="100"/>
          <a:sy n="116" d="100"/>
        </p:scale>
        <p:origin x="366" y="108"/>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97" d="100"/>
          <a:sy n="97" d="100"/>
        </p:scale>
        <p:origin x="361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0NoLn">
    <dgm:fillClrLst meth="cycle">
      <a:schemeClr val="accent2">
        <a:alpha val="80000"/>
      </a:schemeClr>
    </dgm:fillClrLst>
    <dgm:linClrLst meth="repeat">
      <a:schemeClr val="lt1">
        <a:alpha val="0"/>
      </a:schemeClr>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node1NoLn">
    <dgm:fillClrLst>
      <a:schemeClr val="accent2">
        <a:alpha val="90000"/>
      </a:schemeClr>
      <a:schemeClr val="accent2">
        <a:alpha val="50000"/>
      </a:schemeClr>
    </dgm:fillClrLst>
    <dgm:linClrLst meth="repeat">
      <a:schemeClr val="lt1">
        <a:alpha val="0"/>
      </a:schemeClr>
    </dgm:linClrLst>
    <dgm:effectClrLst/>
    <dgm:txLinClrLst/>
    <dgm:txFillClrLst/>
    <dgm:txEffectClrLst/>
  </dgm:styleLbl>
  <dgm:styleLbl name="ltNode1NoLn">
    <dgm:fillClrLst>
      <a:schemeClr val="accent2">
        <a:tint val="75000"/>
      </a:schemeClr>
      <a:schemeClr val="accent2">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2NoLn">
    <dgm:fillClrLst>
      <a:schemeClr val="accent2">
        <a:alpha val="70000"/>
      </a:schemeClr>
    </dgm:fillClrLst>
    <dgm:linClrLst meth="repeat">
      <a:schemeClr val="lt1">
        <a:alpha val="0"/>
      </a:schemeClr>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3NoLn">
    <dgm:fillClrLst>
      <a:schemeClr val="accent2">
        <a:alpha val="50000"/>
      </a:schemeClr>
    </dgm:fillClrLst>
    <dgm:linClrLst meth="repeat">
      <a:schemeClr val="lt1">
        <a:alpha val="0"/>
      </a:schemeClr>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node4NoLn">
    <dgm:fillClrLst>
      <a:schemeClr val="accent2">
        <a:alpha val="30000"/>
      </a:schemeClr>
    </dgm:fillClrLst>
    <dgm:linClrLst meth="repeat">
      <a:schemeClr val="lt1">
        <a:alpha val="0"/>
      </a:schemeClr>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36B137B-194E-4C01-8D68-0FCF385B8FBD}" type="doc">
      <dgm:prSet loTypeId="urn:microsoft.com/office/officeart/2005/8/layout/process2" loCatId="process" qsTypeId="urn:microsoft.com/office/officeart/2005/8/quickstyle/simple1" qsCatId="simple" csTypeId="urn:microsoft.com/office/officeart/2005/8/colors/accent2_5" csCatId="accent2" phldr="1"/>
      <dgm:spPr/>
      <dgm:t>
        <a:bodyPr/>
        <a:lstStyle/>
        <a:p>
          <a:endParaRPr lang="de-DE"/>
        </a:p>
      </dgm:t>
    </dgm:pt>
    <dgm:pt modelId="{20512AF2-AA88-43A2-BDB6-E5126396DD9E}">
      <dgm:prSet phldrT="[Text]" phldr="0"/>
      <dgm:spPr/>
      <dgm:t>
        <a:bodyPr/>
        <a:lstStyle/>
        <a:p>
          <a:r>
            <a:rPr lang="de-DE" dirty="0"/>
            <a:t>Problemstellung vorstellen</a:t>
          </a:r>
        </a:p>
      </dgm:t>
    </dgm:pt>
    <dgm:pt modelId="{4700CD2B-9CA0-4007-B737-B48CE6FC4BDB}" type="parTrans" cxnId="{EE82B4DD-0057-476A-B02C-32B2D1FE5CDC}">
      <dgm:prSet/>
      <dgm:spPr/>
      <dgm:t>
        <a:bodyPr/>
        <a:lstStyle/>
        <a:p>
          <a:endParaRPr lang="de-DE"/>
        </a:p>
      </dgm:t>
    </dgm:pt>
    <dgm:pt modelId="{6924C4F7-1B5B-4478-83FF-C5F18B5FCE90}" type="sibTrans" cxnId="{EE82B4DD-0057-476A-B02C-32B2D1FE5CDC}">
      <dgm:prSet/>
      <dgm:spPr/>
      <dgm:t>
        <a:bodyPr/>
        <a:lstStyle/>
        <a:p>
          <a:endParaRPr lang="de-DE"/>
        </a:p>
      </dgm:t>
    </dgm:pt>
    <dgm:pt modelId="{C82AD0D1-4478-4FA8-BACA-C307F4E7F09A}">
      <dgm:prSet phldrT="[Text]" phldr="0"/>
      <dgm:spPr/>
      <dgm:t>
        <a:bodyPr/>
        <a:lstStyle/>
        <a:p>
          <a:r>
            <a:rPr lang="de-DE"/>
            <a:t>Begriffe erklären</a:t>
          </a:r>
          <a:endParaRPr lang="de-DE" dirty="0"/>
        </a:p>
      </dgm:t>
    </dgm:pt>
    <dgm:pt modelId="{83A58AA7-71EA-4FD9-9060-8627350F27A1}" type="parTrans" cxnId="{6DC84189-B431-450E-8A4C-082D65BC7182}">
      <dgm:prSet/>
      <dgm:spPr/>
      <dgm:t>
        <a:bodyPr/>
        <a:lstStyle/>
        <a:p>
          <a:endParaRPr lang="de-DE"/>
        </a:p>
      </dgm:t>
    </dgm:pt>
    <dgm:pt modelId="{8687ABFB-491E-4354-BD91-C78CC5D971B9}" type="sibTrans" cxnId="{6DC84189-B431-450E-8A4C-082D65BC7182}">
      <dgm:prSet/>
      <dgm:spPr/>
      <dgm:t>
        <a:bodyPr/>
        <a:lstStyle/>
        <a:p>
          <a:endParaRPr lang="de-DE"/>
        </a:p>
      </dgm:t>
    </dgm:pt>
    <dgm:pt modelId="{293D69DF-FC55-4A72-826D-A78DEDC49AE0}">
      <dgm:prSet phldrT="[Text]" phldr="0"/>
      <dgm:spPr/>
      <dgm:t>
        <a:bodyPr/>
        <a:lstStyle/>
        <a:p>
          <a:r>
            <a:rPr lang="de-DE" dirty="0"/>
            <a:t>Problem analysieren</a:t>
          </a:r>
        </a:p>
      </dgm:t>
    </dgm:pt>
    <dgm:pt modelId="{453DE7BA-AB47-4833-AF7D-3CF19831CB3D}" type="parTrans" cxnId="{E7A3797A-D07B-42F5-B937-AC7EEA8EAED3}">
      <dgm:prSet/>
      <dgm:spPr/>
      <dgm:t>
        <a:bodyPr/>
        <a:lstStyle/>
        <a:p>
          <a:endParaRPr lang="de-DE"/>
        </a:p>
      </dgm:t>
    </dgm:pt>
    <dgm:pt modelId="{834B12F0-93EC-4057-A97F-4A3A63E1C76D}" type="sibTrans" cxnId="{E7A3797A-D07B-42F5-B937-AC7EEA8EAED3}">
      <dgm:prSet/>
      <dgm:spPr/>
      <dgm:t>
        <a:bodyPr/>
        <a:lstStyle/>
        <a:p>
          <a:endParaRPr lang="de-DE"/>
        </a:p>
      </dgm:t>
    </dgm:pt>
    <dgm:pt modelId="{4B93F9DF-AA77-422E-B447-A80DD835D6DD}">
      <dgm:prSet phldrT="[Text]" phldr="0"/>
      <dgm:spPr/>
      <dgm:t>
        <a:bodyPr/>
        <a:lstStyle/>
        <a:p>
          <a:r>
            <a:rPr lang="de-DE"/>
            <a:t>Hypothesen bilden</a:t>
          </a:r>
          <a:endParaRPr lang="de-DE" dirty="0"/>
        </a:p>
      </dgm:t>
    </dgm:pt>
    <dgm:pt modelId="{C9010496-4621-46B9-AB03-899DF8398B1D}" type="parTrans" cxnId="{8AEC26D6-ACD9-4166-A07C-24E1ABADE9F2}">
      <dgm:prSet/>
      <dgm:spPr/>
      <dgm:t>
        <a:bodyPr/>
        <a:lstStyle/>
        <a:p>
          <a:endParaRPr lang="de-DE"/>
        </a:p>
      </dgm:t>
    </dgm:pt>
    <dgm:pt modelId="{9F67A31E-9CCE-4EE0-8BF6-5AE3D1F7E4B4}" type="sibTrans" cxnId="{8AEC26D6-ACD9-4166-A07C-24E1ABADE9F2}">
      <dgm:prSet/>
      <dgm:spPr/>
      <dgm:t>
        <a:bodyPr/>
        <a:lstStyle/>
        <a:p>
          <a:endParaRPr lang="de-DE"/>
        </a:p>
      </dgm:t>
    </dgm:pt>
    <dgm:pt modelId="{DEF47E74-6113-4947-BCB0-1594A232A87F}">
      <dgm:prSet phldrT="[Text]" phldr="0"/>
      <dgm:spPr/>
      <dgm:t>
        <a:bodyPr/>
        <a:lstStyle/>
        <a:p>
          <a:r>
            <a:rPr lang="de-DE"/>
            <a:t>Lernziele festlegen </a:t>
          </a:r>
          <a:endParaRPr lang="de-DE" dirty="0"/>
        </a:p>
      </dgm:t>
    </dgm:pt>
    <dgm:pt modelId="{1DAA8098-FAAA-486C-8981-A4A1CEC83D5C}" type="parTrans" cxnId="{A3E746EF-8B57-45BA-8504-3C4F9E215AB4}">
      <dgm:prSet/>
      <dgm:spPr/>
      <dgm:t>
        <a:bodyPr/>
        <a:lstStyle/>
        <a:p>
          <a:endParaRPr lang="de-DE"/>
        </a:p>
      </dgm:t>
    </dgm:pt>
    <dgm:pt modelId="{CB94CAF2-CE6F-400B-B272-6EC4A6DAC9E6}" type="sibTrans" cxnId="{A3E746EF-8B57-45BA-8504-3C4F9E215AB4}">
      <dgm:prSet/>
      <dgm:spPr/>
      <dgm:t>
        <a:bodyPr/>
        <a:lstStyle/>
        <a:p>
          <a:endParaRPr lang="de-DE"/>
        </a:p>
      </dgm:t>
    </dgm:pt>
    <dgm:pt modelId="{25FC29FD-ECA8-4385-AC66-6B324B11E88C}">
      <dgm:prSet phldrT="[Text]" phldr="0"/>
      <dgm:spPr/>
      <dgm:t>
        <a:bodyPr/>
        <a:lstStyle/>
        <a:p>
          <a:r>
            <a:rPr lang="de-DE"/>
            <a:t>Selbstständiges Lernen </a:t>
          </a:r>
          <a:endParaRPr lang="de-DE" dirty="0"/>
        </a:p>
      </dgm:t>
    </dgm:pt>
    <dgm:pt modelId="{4B836C44-EDCD-4994-91D6-390B26388F2B}" type="parTrans" cxnId="{5192C2CF-7477-444F-B65C-633CADDA019E}">
      <dgm:prSet/>
      <dgm:spPr/>
      <dgm:t>
        <a:bodyPr/>
        <a:lstStyle/>
        <a:p>
          <a:endParaRPr lang="de-DE"/>
        </a:p>
      </dgm:t>
    </dgm:pt>
    <dgm:pt modelId="{AF0C7983-4E06-4596-98CA-276B75A9386A}" type="sibTrans" cxnId="{5192C2CF-7477-444F-B65C-633CADDA019E}">
      <dgm:prSet/>
      <dgm:spPr/>
      <dgm:t>
        <a:bodyPr/>
        <a:lstStyle/>
        <a:p>
          <a:endParaRPr lang="de-DE"/>
        </a:p>
      </dgm:t>
    </dgm:pt>
    <dgm:pt modelId="{091B8523-3231-4690-91A7-70A15FF732E3}">
      <dgm:prSet phldrT="[Text]" phldr="0"/>
      <dgm:spPr/>
      <dgm:t>
        <a:bodyPr/>
        <a:lstStyle/>
        <a:p>
          <a:r>
            <a:rPr lang="de-DE" dirty="0"/>
            <a:t>Ergebnisse zusammenführen</a:t>
          </a:r>
        </a:p>
      </dgm:t>
    </dgm:pt>
    <dgm:pt modelId="{D7B89830-DB80-4B89-8F12-7D772C1AACF3}" type="parTrans" cxnId="{975046F6-4C33-436F-91F2-C0F821E0C2E6}">
      <dgm:prSet/>
      <dgm:spPr/>
      <dgm:t>
        <a:bodyPr/>
        <a:lstStyle/>
        <a:p>
          <a:endParaRPr lang="de-DE"/>
        </a:p>
      </dgm:t>
    </dgm:pt>
    <dgm:pt modelId="{AE85E5AE-0806-4F0A-A9D0-821817C79E75}" type="sibTrans" cxnId="{975046F6-4C33-436F-91F2-C0F821E0C2E6}">
      <dgm:prSet/>
      <dgm:spPr/>
      <dgm:t>
        <a:bodyPr/>
        <a:lstStyle/>
        <a:p>
          <a:endParaRPr lang="de-DE"/>
        </a:p>
      </dgm:t>
    </dgm:pt>
    <dgm:pt modelId="{CFB4D245-51FD-4527-8558-5FDA4F88C171}" type="pres">
      <dgm:prSet presAssocID="{736B137B-194E-4C01-8D68-0FCF385B8FBD}" presName="linearFlow" presStyleCnt="0">
        <dgm:presLayoutVars>
          <dgm:resizeHandles val="exact"/>
        </dgm:presLayoutVars>
      </dgm:prSet>
      <dgm:spPr/>
    </dgm:pt>
    <dgm:pt modelId="{47827786-3ABF-4069-9EBE-721053748050}" type="pres">
      <dgm:prSet presAssocID="{20512AF2-AA88-43A2-BDB6-E5126396DD9E}" presName="node" presStyleLbl="node1" presStyleIdx="0" presStyleCnt="7">
        <dgm:presLayoutVars>
          <dgm:bulletEnabled val="1"/>
        </dgm:presLayoutVars>
      </dgm:prSet>
      <dgm:spPr/>
    </dgm:pt>
    <dgm:pt modelId="{2CADA23E-7014-4944-A53D-23D1D03877CA}" type="pres">
      <dgm:prSet presAssocID="{6924C4F7-1B5B-4478-83FF-C5F18B5FCE90}" presName="sibTrans" presStyleLbl="sibTrans2D1" presStyleIdx="0" presStyleCnt="6"/>
      <dgm:spPr/>
    </dgm:pt>
    <dgm:pt modelId="{AB2F0A9E-C0C9-4F92-BF68-957F1E22D8BC}" type="pres">
      <dgm:prSet presAssocID="{6924C4F7-1B5B-4478-83FF-C5F18B5FCE90}" presName="connectorText" presStyleLbl="sibTrans2D1" presStyleIdx="0" presStyleCnt="6"/>
      <dgm:spPr/>
    </dgm:pt>
    <dgm:pt modelId="{9965602A-E7A1-4E50-AD90-0E04A9E66CB0}" type="pres">
      <dgm:prSet presAssocID="{C82AD0D1-4478-4FA8-BACA-C307F4E7F09A}" presName="node" presStyleLbl="node1" presStyleIdx="1" presStyleCnt="7">
        <dgm:presLayoutVars>
          <dgm:bulletEnabled val="1"/>
        </dgm:presLayoutVars>
      </dgm:prSet>
      <dgm:spPr/>
    </dgm:pt>
    <dgm:pt modelId="{33C7E436-F976-4260-A49F-914E11DD8889}" type="pres">
      <dgm:prSet presAssocID="{8687ABFB-491E-4354-BD91-C78CC5D971B9}" presName="sibTrans" presStyleLbl="sibTrans2D1" presStyleIdx="1" presStyleCnt="6"/>
      <dgm:spPr/>
    </dgm:pt>
    <dgm:pt modelId="{5C9171F8-27D8-4B8B-8987-5F26CBB4895A}" type="pres">
      <dgm:prSet presAssocID="{8687ABFB-491E-4354-BD91-C78CC5D971B9}" presName="connectorText" presStyleLbl="sibTrans2D1" presStyleIdx="1" presStyleCnt="6"/>
      <dgm:spPr/>
    </dgm:pt>
    <dgm:pt modelId="{0D6FEB42-A3CE-4FE3-9954-FF7F139F417F}" type="pres">
      <dgm:prSet presAssocID="{293D69DF-FC55-4A72-826D-A78DEDC49AE0}" presName="node" presStyleLbl="node1" presStyleIdx="2" presStyleCnt="7">
        <dgm:presLayoutVars>
          <dgm:bulletEnabled val="1"/>
        </dgm:presLayoutVars>
      </dgm:prSet>
      <dgm:spPr/>
    </dgm:pt>
    <dgm:pt modelId="{3F73483D-9E69-40C1-8EC5-97105246D23B}" type="pres">
      <dgm:prSet presAssocID="{834B12F0-93EC-4057-A97F-4A3A63E1C76D}" presName="sibTrans" presStyleLbl="sibTrans2D1" presStyleIdx="2" presStyleCnt="6"/>
      <dgm:spPr/>
    </dgm:pt>
    <dgm:pt modelId="{D046C1F6-99BD-4E83-9FBF-AF30F34DAD2C}" type="pres">
      <dgm:prSet presAssocID="{834B12F0-93EC-4057-A97F-4A3A63E1C76D}" presName="connectorText" presStyleLbl="sibTrans2D1" presStyleIdx="2" presStyleCnt="6"/>
      <dgm:spPr/>
    </dgm:pt>
    <dgm:pt modelId="{95933BCF-FED5-4A1E-95DD-467A0D4FED6C}" type="pres">
      <dgm:prSet presAssocID="{4B93F9DF-AA77-422E-B447-A80DD835D6DD}" presName="node" presStyleLbl="node1" presStyleIdx="3" presStyleCnt="7">
        <dgm:presLayoutVars>
          <dgm:bulletEnabled val="1"/>
        </dgm:presLayoutVars>
      </dgm:prSet>
      <dgm:spPr/>
    </dgm:pt>
    <dgm:pt modelId="{C1113780-A27D-4905-8975-A9F6C179D02B}" type="pres">
      <dgm:prSet presAssocID="{9F67A31E-9CCE-4EE0-8BF6-5AE3D1F7E4B4}" presName="sibTrans" presStyleLbl="sibTrans2D1" presStyleIdx="3" presStyleCnt="6"/>
      <dgm:spPr/>
    </dgm:pt>
    <dgm:pt modelId="{4E90E7EE-8A54-4D39-851B-F0D8444CACC6}" type="pres">
      <dgm:prSet presAssocID="{9F67A31E-9CCE-4EE0-8BF6-5AE3D1F7E4B4}" presName="connectorText" presStyleLbl="sibTrans2D1" presStyleIdx="3" presStyleCnt="6"/>
      <dgm:spPr/>
    </dgm:pt>
    <dgm:pt modelId="{97F91A17-BF4F-43A1-8F64-6AED263F8E62}" type="pres">
      <dgm:prSet presAssocID="{DEF47E74-6113-4947-BCB0-1594A232A87F}" presName="node" presStyleLbl="node1" presStyleIdx="4" presStyleCnt="7">
        <dgm:presLayoutVars>
          <dgm:bulletEnabled val="1"/>
        </dgm:presLayoutVars>
      </dgm:prSet>
      <dgm:spPr/>
    </dgm:pt>
    <dgm:pt modelId="{5992BFFD-5876-4BFE-99EE-BF14200E8A98}" type="pres">
      <dgm:prSet presAssocID="{CB94CAF2-CE6F-400B-B272-6EC4A6DAC9E6}" presName="sibTrans" presStyleLbl="sibTrans2D1" presStyleIdx="4" presStyleCnt="6"/>
      <dgm:spPr/>
    </dgm:pt>
    <dgm:pt modelId="{EF031B6F-5192-4252-BD07-BB484CDB06DD}" type="pres">
      <dgm:prSet presAssocID="{CB94CAF2-CE6F-400B-B272-6EC4A6DAC9E6}" presName="connectorText" presStyleLbl="sibTrans2D1" presStyleIdx="4" presStyleCnt="6"/>
      <dgm:spPr/>
    </dgm:pt>
    <dgm:pt modelId="{2D8C9278-B309-4777-99BA-CAB0F50C111B}" type="pres">
      <dgm:prSet presAssocID="{25FC29FD-ECA8-4385-AC66-6B324B11E88C}" presName="node" presStyleLbl="node1" presStyleIdx="5" presStyleCnt="7">
        <dgm:presLayoutVars>
          <dgm:bulletEnabled val="1"/>
        </dgm:presLayoutVars>
      </dgm:prSet>
      <dgm:spPr/>
    </dgm:pt>
    <dgm:pt modelId="{8EACE63B-B24D-4FFB-80DA-66C27C599173}" type="pres">
      <dgm:prSet presAssocID="{AF0C7983-4E06-4596-98CA-276B75A9386A}" presName="sibTrans" presStyleLbl="sibTrans2D1" presStyleIdx="5" presStyleCnt="6"/>
      <dgm:spPr/>
    </dgm:pt>
    <dgm:pt modelId="{79D18D73-BB15-49F8-9243-F79EDA3D12DC}" type="pres">
      <dgm:prSet presAssocID="{AF0C7983-4E06-4596-98CA-276B75A9386A}" presName="connectorText" presStyleLbl="sibTrans2D1" presStyleIdx="5" presStyleCnt="6"/>
      <dgm:spPr/>
    </dgm:pt>
    <dgm:pt modelId="{EA754080-151A-4A05-920C-60F8C2F4E36D}" type="pres">
      <dgm:prSet presAssocID="{091B8523-3231-4690-91A7-70A15FF732E3}" presName="node" presStyleLbl="node1" presStyleIdx="6" presStyleCnt="7">
        <dgm:presLayoutVars>
          <dgm:bulletEnabled val="1"/>
        </dgm:presLayoutVars>
      </dgm:prSet>
      <dgm:spPr/>
    </dgm:pt>
  </dgm:ptLst>
  <dgm:cxnLst>
    <dgm:cxn modelId="{1F50EE04-69C5-47AB-929C-D2F9A596E86A}" type="presOf" srcId="{9F67A31E-9CCE-4EE0-8BF6-5AE3D1F7E4B4}" destId="{4E90E7EE-8A54-4D39-851B-F0D8444CACC6}" srcOrd="1" destOrd="0" presId="urn:microsoft.com/office/officeart/2005/8/layout/process2"/>
    <dgm:cxn modelId="{5AE0AC12-DE6B-4908-89E1-F084E36D7003}" type="presOf" srcId="{8687ABFB-491E-4354-BD91-C78CC5D971B9}" destId="{5C9171F8-27D8-4B8B-8987-5F26CBB4895A}" srcOrd="1" destOrd="0" presId="urn:microsoft.com/office/officeart/2005/8/layout/process2"/>
    <dgm:cxn modelId="{BEE3D21E-EBC4-43B2-AF31-CF7AD2172847}" type="presOf" srcId="{834B12F0-93EC-4057-A97F-4A3A63E1C76D}" destId="{D046C1F6-99BD-4E83-9FBF-AF30F34DAD2C}" srcOrd="1" destOrd="0" presId="urn:microsoft.com/office/officeart/2005/8/layout/process2"/>
    <dgm:cxn modelId="{1ECD4222-BEA1-417D-BF06-E860D21D5C34}" type="presOf" srcId="{25FC29FD-ECA8-4385-AC66-6B324B11E88C}" destId="{2D8C9278-B309-4777-99BA-CAB0F50C111B}" srcOrd="0" destOrd="0" presId="urn:microsoft.com/office/officeart/2005/8/layout/process2"/>
    <dgm:cxn modelId="{6C77A82F-3C81-42BB-ACF9-728AF27620DA}" type="presOf" srcId="{4B93F9DF-AA77-422E-B447-A80DD835D6DD}" destId="{95933BCF-FED5-4A1E-95DD-467A0D4FED6C}" srcOrd="0" destOrd="0" presId="urn:microsoft.com/office/officeart/2005/8/layout/process2"/>
    <dgm:cxn modelId="{5540F135-AA0F-436D-933A-A40EFF66B66F}" type="presOf" srcId="{AF0C7983-4E06-4596-98CA-276B75A9386A}" destId="{8EACE63B-B24D-4FFB-80DA-66C27C599173}" srcOrd="0" destOrd="0" presId="urn:microsoft.com/office/officeart/2005/8/layout/process2"/>
    <dgm:cxn modelId="{23C9EC3D-7080-4D07-8C30-9D43E12F8271}" type="presOf" srcId="{C82AD0D1-4478-4FA8-BACA-C307F4E7F09A}" destId="{9965602A-E7A1-4E50-AD90-0E04A9E66CB0}" srcOrd="0" destOrd="0" presId="urn:microsoft.com/office/officeart/2005/8/layout/process2"/>
    <dgm:cxn modelId="{94E8215B-BCA3-4A74-9329-1D8BEA9212AA}" type="presOf" srcId="{834B12F0-93EC-4057-A97F-4A3A63E1C76D}" destId="{3F73483D-9E69-40C1-8EC5-97105246D23B}" srcOrd="0" destOrd="0" presId="urn:microsoft.com/office/officeart/2005/8/layout/process2"/>
    <dgm:cxn modelId="{CCAE0961-ED8C-4A01-99D0-5F772A7BA1E8}" type="presOf" srcId="{293D69DF-FC55-4A72-826D-A78DEDC49AE0}" destId="{0D6FEB42-A3CE-4FE3-9954-FF7F139F417F}" srcOrd="0" destOrd="0" presId="urn:microsoft.com/office/officeart/2005/8/layout/process2"/>
    <dgm:cxn modelId="{60130C46-D1A0-41C4-852A-922FF5BEC5EE}" type="presOf" srcId="{9F67A31E-9CCE-4EE0-8BF6-5AE3D1F7E4B4}" destId="{C1113780-A27D-4905-8975-A9F6C179D02B}" srcOrd="0" destOrd="0" presId="urn:microsoft.com/office/officeart/2005/8/layout/process2"/>
    <dgm:cxn modelId="{E8A3AF70-E0E0-4C33-93AA-509E098E79DA}" type="presOf" srcId="{6924C4F7-1B5B-4478-83FF-C5F18B5FCE90}" destId="{AB2F0A9E-C0C9-4F92-BF68-957F1E22D8BC}" srcOrd="1" destOrd="0" presId="urn:microsoft.com/office/officeart/2005/8/layout/process2"/>
    <dgm:cxn modelId="{E7A3797A-D07B-42F5-B937-AC7EEA8EAED3}" srcId="{736B137B-194E-4C01-8D68-0FCF385B8FBD}" destId="{293D69DF-FC55-4A72-826D-A78DEDC49AE0}" srcOrd="2" destOrd="0" parTransId="{453DE7BA-AB47-4833-AF7D-3CF19831CB3D}" sibTransId="{834B12F0-93EC-4057-A97F-4A3A63E1C76D}"/>
    <dgm:cxn modelId="{6DC84189-B431-450E-8A4C-082D65BC7182}" srcId="{736B137B-194E-4C01-8D68-0FCF385B8FBD}" destId="{C82AD0D1-4478-4FA8-BACA-C307F4E7F09A}" srcOrd="1" destOrd="0" parTransId="{83A58AA7-71EA-4FD9-9060-8627350F27A1}" sibTransId="{8687ABFB-491E-4354-BD91-C78CC5D971B9}"/>
    <dgm:cxn modelId="{E86EFE8A-6CEE-4322-A7C5-1EDB620F3078}" type="presOf" srcId="{CB94CAF2-CE6F-400B-B272-6EC4A6DAC9E6}" destId="{EF031B6F-5192-4252-BD07-BB484CDB06DD}" srcOrd="1" destOrd="0" presId="urn:microsoft.com/office/officeart/2005/8/layout/process2"/>
    <dgm:cxn modelId="{563B0FAC-8D35-4FAB-9065-F6919D6021AE}" type="presOf" srcId="{20512AF2-AA88-43A2-BDB6-E5126396DD9E}" destId="{47827786-3ABF-4069-9EBE-721053748050}" srcOrd="0" destOrd="0" presId="urn:microsoft.com/office/officeart/2005/8/layout/process2"/>
    <dgm:cxn modelId="{46BD18B2-437A-4347-98FA-946514C97F03}" type="presOf" srcId="{CB94CAF2-CE6F-400B-B272-6EC4A6DAC9E6}" destId="{5992BFFD-5876-4BFE-99EE-BF14200E8A98}" srcOrd="0" destOrd="0" presId="urn:microsoft.com/office/officeart/2005/8/layout/process2"/>
    <dgm:cxn modelId="{71BAC7B5-A21A-4F04-BCCE-DE8F763A5931}" type="presOf" srcId="{8687ABFB-491E-4354-BD91-C78CC5D971B9}" destId="{33C7E436-F976-4260-A49F-914E11DD8889}" srcOrd="0" destOrd="0" presId="urn:microsoft.com/office/officeart/2005/8/layout/process2"/>
    <dgm:cxn modelId="{7CB6CBB6-08E7-445B-9D5C-F6A9535347DA}" type="presOf" srcId="{DEF47E74-6113-4947-BCB0-1594A232A87F}" destId="{97F91A17-BF4F-43A1-8F64-6AED263F8E62}" srcOrd="0" destOrd="0" presId="urn:microsoft.com/office/officeart/2005/8/layout/process2"/>
    <dgm:cxn modelId="{124A2DBC-D74B-4AA6-B65C-AF639F092BA1}" type="presOf" srcId="{6924C4F7-1B5B-4478-83FF-C5F18B5FCE90}" destId="{2CADA23E-7014-4944-A53D-23D1D03877CA}" srcOrd="0" destOrd="0" presId="urn:microsoft.com/office/officeart/2005/8/layout/process2"/>
    <dgm:cxn modelId="{346316C3-1FC3-4ADD-A393-6CD0CFE810E1}" type="presOf" srcId="{091B8523-3231-4690-91A7-70A15FF732E3}" destId="{EA754080-151A-4A05-920C-60F8C2F4E36D}" srcOrd="0" destOrd="0" presId="urn:microsoft.com/office/officeart/2005/8/layout/process2"/>
    <dgm:cxn modelId="{5192C2CF-7477-444F-B65C-633CADDA019E}" srcId="{736B137B-194E-4C01-8D68-0FCF385B8FBD}" destId="{25FC29FD-ECA8-4385-AC66-6B324B11E88C}" srcOrd="5" destOrd="0" parTransId="{4B836C44-EDCD-4994-91D6-390B26388F2B}" sibTransId="{AF0C7983-4E06-4596-98CA-276B75A9386A}"/>
    <dgm:cxn modelId="{8AEC26D6-ACD9-4166-A07C-24E1ABADE9F2}" srcId="{736B137B-194E-4C01-8D68-0FCF385B8FBD}" destId="{4B93F9DF-AA77-422E-B447-A80DD835D6DD}" srcOrd="3" destOrd="0" parTransId="{C9010496-4621-46B9-AB03-899DF8398B1D}" sibTransId="{9F67A31E-9CCE-4EE0-8BF6-5AE3D1F7E4B4}"/>
    <dgm:cxn modelId="{EE82B4DD-0057-476A-B02C-32B2D1FE5CDC}" srcId="{736B137B-194E-4C01-8D68-0FCF385B8FBD}" destId="{20512AF2-AA88-43A2-BDB6-E5126396DD9E}" srcOrd="0" destOrd="0" parTransId="{4700CD2B-9CA0-4007-B737-B48CE6FC4BDB}" sibTransId="{6924C4F7-1B5B-4478-83FF-C5F18B5FCE90}"/>
    <dgm:cxn modelId="{3170E6EB-A8DD-4D45-89C7-3F2C25F6C4C7}" type="presOf" srcId="{AF0C7983-4E06-4596-98CA-276B75A9386A}" destId="{79D18D73-BB15-49F8-9243-F79EDA3D12DC}" srcOrd="1" destOrd="0" presId="urn:microsoft.com/office/officeart/2005/8/layout/process2"/>
    <dgm:cxn modelId="{A3E746EF-8B57-45BA-8504-3C4F9E215AB4}" srcId="{736B137B-194E-4C01-8D68-0FCF385B8FBD}" destId="{DEF47E74-6113-4947-BCB0-1594A232A87F}" srcOrd="4" destOrd="0" parTransId="{1DAA8098-FAAA-486C-8981-A4A1CEC83D5C}" sibTransId="{CB94CAF2-CE6F-400B-B272-6EC4A6DAC9E6}"/>
    <dgm:cxn modelId="{59C107F5-AD73-4A22-9079-61306F80B4A8}" type="presOf" srcId="{736B137B-194E-4C01-8D68-0FCF385B8FBD}" destId="{CFB4D245-51FD-4527-8558-5FDA4F88C171}" srcOrd="0" destOrd="0" presId="urn:microsoft.com/office/officeart/2005/8/layout/process2"/>
    <dgm:cxn modelId="{975046F6-4C33-436F-91F2-C0F821E0C2E6}" srcId="{736B137B-194E-4C01-8D68-0FCF385B8FBD}" destId="{091B8523-3231-4690-91A7-70A15FF732E3}" srcOrd="6" destOrd="0" parTransId="{D7B89830-DB80-4B89-8F12-7D772C1AACF3}" sibTransId="{AE85E5AE-0806-4F0A-A9D0-821817C79E75}"/>
    <dgm:cxn modelId="{E6259188-DEEA-473C-9447-30D8BD4919D8}" type="presParOf" srcId="{CFB4D245-51FD-4527-8558-5FDA4F88C171}" destId="{47827786-3ABF-4069-9EBE-721053748050}" srcOrd="0" destOrd="0" presId="urn:microsoft.com/office/officeart/2005/8/layout/process2"/>
    <dgm:cxn modelId="{51A17EE7-1EEC-462F-BD95-2D0FDB5ABF63}" type="presParOf" srcId="{CFB4D245-51FD-4527-8558-5FDA4F88C171}" destId="{2CADA23E-7014-4944-A53D-23D1D03877CA}" srcOrd="1" destOrd="0" presId="urn:microsoft.com/office/officeart/2005/8/layout/process2"/>
    <dgm:cxn modelId="{BA94FFC6-FBDB-4097-9335-4538FD705368}" type="presParOf" srcId="{2CADA23E-7014-4944-A53D-23D1D03877CA}" destId="{AB2F0A9E-C0C9-4F92-BF68-957F1E22D8BC}" srcOrd="0" destOrd="0" presId="urn:microsoft.com/office/officeart/2005/8/layout/process2"/>
    <dgm:cxn modelId="{EDB79B96-A603-473E-A55A-C143496F9A1C}" type="presParOf" srcId="{CFB4D245-51FD-4527-8558-5FDA4F88C171}" destId="{9965602A-E7A1-4E50-AD90-0E04A9E66CB0}" srcOrd="2" destOrd="0" presId="urn:microsoft.com/office/officeart/2005/8/layout/process2"/>
    <dgm:cxn modelId="{7D3E0B84-6E10-42B1-AD95-64F916B92780}" type="presParOf" srcId="{CFB4D245-51FD-4527-8558-5FDA4F88C171}" destId="{33C7E436-F976-4260-A49F-914E11DD8889}" srcOrd="3" destOrd="0" presId="urn:microsoft.com/office/officeart/2005/8/layout/process2"/>
    <dgm:cxn modelId="{D45B51E5-7E59-49DE-B7B9-9FA9D26DA33D}" type="presParOf" srcId="{33C7E436-F976-4260-A49F-914E11DD8889}" destId="{5C9171F8-27D8-4B8B-8987-5F26CBB4895A}" srcOrd="0" destOrd="0" presId="urn:microsoft.com/office/officeart/2005/8/layout/process2"/>
    <dgm:cxn modelId="{479466FA-9288-4DC4-BC16-5B435E2AAD5D}" type="presParOf" srcId="{CFB4D245-51FD-4527-8558-5FDA4F88C171}" destId="{0D6FEB42-A3CE-4FE3-9954-FF7F139F417F}" srcOrd="4" destOrd="0" presId="urn:microsoft.com/office/officeart/2005/8/layout/process2"/>
    <dgm:cxn modelId="{81F9875D-B224-41B2-AE26-C48200640309}" type="presParOf" srcId="{CFB4D245-51FD-4527-8558-5FDA4F88C171}" destId="{3F73483D-9E69-40C1-8EC5-97105246D23B}" srcOrd="5" destOrd="0" presId="urn:microsoft.com/office/officeart/2005/8/layout/process2"/>
    <dgm:cxn modelId="{CEF3EB55-187D-40FF-9D98-23949F743B99}" type="presParOf" srcId="{3F73483D-9E69-40C1-8EC5-97105246D23B}" destId="{D046C1F6-99BD-4E83-9FBF-AF30F34DAD2C}" srcOrd="0" destOrd="0" presId="urn:microsoft.com/office/officeart/2005/8/layout/process2"/>
    <dgm:cxn modelId="{B34CE5FD-6B7F-41CA-8CD0-F273AB05C4AD}" type="presParOf" srcId="{CFB4D245-51FD-4527-8558-5FDA4F88C171}" destId="{95933BCF-FED5-4A1E-95DD-467A0D4FED6C}" srcOrd="6" destOrd="0" presId="urn:microsoft.com/office/officeart/2005/8/layout/process2"/>
    <dgm:cxn modelId="{A168518C-1198-44DB-98A1-FCFCA7EA86B8}" type="presParOf" srcId="{CFB4D245-51FD-4527-8558-5FDA4F88C171}" destId="{C1113780-A27D-4905-8975-A9F6C179D02B}" srcOrd="7" destOrd="0" presId="urn:microsoft.com/office/officeart/2005/8/layout/process2"/>
    <dgm:cxn modelId="{5F8B275A-95C3-4784-9EC3-74C4B6F7060C}" type="presParOf" srcId="{C1113780-A27D-4905-8975-A9F6C179D02B}" destId="{4E90E7EE-8A54-4D39-851B-F0D8444CACC6}" srcOrd="0" destOrd="0" presId="urn:microsoft.com/office/officeart/2005/8/layout/process2"/>
    <dgm:cxn modelId="{722CD3F0-1CAC-4277-9721-37C7CCCD215F}" type="presParOf" srcId="{CFB4D245-51FD-4527-8558-5FDA4F88C171}" destId="{97F91A17-BF4F-43A1-8F64-6AED263F8E62}" srcOrd="8" destOrd="0" presId="urn:microsoft.com/office/officeart/2005/8/layout/process2"/>
    <dgm:cxn modelId="{31B5F57C-B552-4AC2-9CA5-971F6082D821}" type="presParOf" srcId="{CFB4D245-51FD-4527-8558-5FDA4F88C171}" destId="{5992BFFD-5876-4BFE-99EE-BF14200E8A98}" srcOrd="9" destOrd="0" presId="urn:microsoft.com/office/officeart/2005/8/layout/process2"/>
    <dgm:cxn modelId="{39CD1628-BE29-4AB6-8A8C-33F867D87395}" type="presParOf" srcId="{5992BFFD-5876-4BFE-99EE-BF14200E8A98}" destId="{EF031B6F-5192-4252-BD07-BB484CDB06DD}" srcOrd="0" destOrd="0" presId="urn:microsoft.com/office/officeart/2005/8/layout/process2"/>
    <dgm:cxn modelId="{F7490A37-1111-47F8-A131-226C49B14C53}" type="presParOf" srcId="{CFB4D245-51FD-4527-8558-5FDA4F88C171}" destId="{2D8C9278-B309-4777-99BA-CAB0F50C111B}" srcOrd="10" destOrd="0" presId="urn:microsoft.com/office/officeart/2005/8/layout/process2"/>
    <dgm:cxn modelId="{06CBBD72-7DA0-4089-B4E3-3B84A9C66091}" type="presParOf" srcId="{CFB4D245-51FD-4527-8558-5FDA4F88C171}" destId="{8EACE63B-B24D-4FFB-80DA-66C27C599173}" srcOrd="11" destOrd="0" presId="urn:microsoft.com/office/officeart/2005/8/layout/process2"/>
    <dgm:cxn modelId="{40E770B2-336F-4BCC-8471-331E4183D047}" type="presParOf" srcId="{8EACE63B-B24D-4FFB-80DA-66C27C599173}" destId="{79D18D73-BB15-49F8-9243-F79EDA3D12DC}" srcOrd="0" destOrd="0" presId="urn:microsoft.com/office/officeart/2005/8/layout/process2"/>
    <dgm:cxn modelId="{9CF818F0-BDD5-4F28-B2BF-0762D7272F12}" type="presParOf" srcId="{CFB4D245-51FD-4527-8558-5FDA4F88C171}" destId="{EA754080-151A-4A05-920C-60F8C2F4E36D}" srcOrd="1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827786-3ABF-4069-9EBE-721053748050}">
      <dsp:nvSpPr>
        <dsp:cNvPr id="0" name=""/>
        <dsp:cNvSpPr/>
      </dsp:nvSpPr>
      <dsp:spPr>
        <a:xfrm>
          <a:off x="2029283" y="624"/>
          <a:ext cx="1377032" cy="511603"/>
        </a:xfrm>
        <a:prstGeom prst="roundRect">
          <a:avLst>
            <a:gd name="adj" fmla="val 10000"/>
          </a:avLst>
        </a:prstGeom>
        <a:solidFill>
          <a:schemeClr val="accent2">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Problemstellung vorstellen</a:t>
          </a:r>
        </a:p>
      </dsp:txBody>
      <dsp:txXfrm>
        <a:off x="2044267" y="15608"/>
        <a:ext cx="1347064" cy="481635"/>
      </dsp:txXfrm>
    </dsp:sp>
    <dsp:sp modelId="{2CADA23E-7014-4944-A53D-23D1D03877CA}">
      <dsp:nvSpPr>
        <dsp:cNvPr id="0" name=""/>
        <dsp:cNvSpPr/>
      </dsp:nvSpPr>
      <dsp:spPr>
        <a:xfrm rot="5400000">
          <a:off x="2621874" y="525018"/>
          <a:ext cx="191851" cy="230221"/>
        </a:xfrm>
        <a:prstGeom prst="rightArrow">
          <a:avLst>
            <a:gd name="adj1" fmla="val 60000"/>
            <a:gd name="adj2" fmla="val 50000"/>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rot="-5400000">
        <a:off x="2648734" y="544203"/>
        <a:ext cx="138133" cy="134296"/>
      </dsp:txXfrm>
    </dsp:sp>
    <dsp:sp modelId="{9965602A-E7A1-4E50-AD90-0E04A9E66CB0}">
      <dsp:nvSpPr>
        <dsp:cNvPr id="0" name=""/>
        <dsp:cNvSpPr/>
      </dsp:nvSpPr>
      <dsp:spPr>
        <a:xfrm>
          <a:off x="2029283" y="768030"/>
          <a:ext cx="1377032" cy="511603"/>
        </a:xfrm>
        <a:prstGeom prst="roundRect">
          <a:avLst>
            <a:gd name="adj" fmla="val 10000"/>
          </a:avLst>
        </a:prstGeom>
        <a:solidFill>
          <a:schemeClr val="accent2">
            <a:alpha val="90000"/>
            <a:hueOff val="0"/>
            <a:satOff val="0"/>
            <a:lumOff val="0"/>
            <a:alphaOff val="-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Begriffe erklären</a:t>
          </a:r>
          <a:endParaRPr lang="de-DE" sz="1400" kern="1200" dirty="0"/>
        </a:p>
      </dsp:txBody>
      <dsp:txXfrm>
        <a:off x="2044267" y="783014"/>
        <a:ext cx="1347064" cy="481635"/>
      </dsp:txXfrm>
    </dsp:sp>
    <dsp:sp modelId="{33C7E436-F976-4260-A49F-914E11DD8889}">
      <dsp:nvSpPr>
        <dsp:cNvPr id="0" name=""/>
        <dsp:cNvSpPr/>
      </dsp:nvSpPr>
      <dsp:spPr>
        <a:xfrm rot="5400000">
          <a:off x="2621874" y="1292423"/>
          <a:ext cx="191851" cy="230221"/>
        </a:xfrm>
        <a:prstGeom prst="rightArrow">
          <a:avLst>
            <a:gd name="adj1" fmla="val 60000"/>
            <a:gd name="adj2" fmla="val 50000"/>
          </a:avLst>
        </a:prstGeom>
        <a:solidFill>
          <a:schemeClr val="accent2">
            <a:shade val="90000"/>
            <a:hueOff val="44766"/>
            <a:satOff val="-8744"/>
            <a:lumOff val="844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rot="-5400000">
        <a:off x="2648734" y="1311608"/>
        <a:ext cx="138133" cy="134296"/>
      </dsp:txXfrm>
    </dsp:sp>
    <dsp:sp modelId="{0D6FEB42-A3CE-4FE3-9954-FF7F139F417F}">
      <dsp:nvSpPr>
        <dsp:cNvPr id="0" name=""/>
        <dsp:cNvSpPr/>
      </dsp:nvSpPr>
      <dsp:spPr>
        <a:xfrm>
          <a:off x="2029283" y="1535435"/>
          <a:ext cx="1377032" cy="511603"/>
        </a:xfrm>
        <a:prstGeom prst="roundRect">
          <a:avLst>
            <a:gd name="adj" fmla="val 10000"/>
          </a:avLst>
        </a:prstGeom>
        <a:solidFill>
          <a:schemeClr val="accent2">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Problem analysieren</a:t>
          </a:r>
        </a:p>
      </dsp:txBody>
      <dsp:txXfrm>
        <a:off x="2044267" y="1550419"/>
        <a:ext cx="1347064" cy="481635"/>
      </dsp:txXfrm>
    </dsp:sp>
    <dsp:sp modelId="{3F73483D-9E69-40C1-8EC5-97105246D23B}">
      <dsp:nvSpPr>
        <dsp:cNvPr id="0" name=""/>
        <dsp:cNvSpPr/>
      </dsp:nvSpPr>
      <dsp:spPr>
        <a:xfrm rot="5400000">
          <a:off x="2621874" y="2059829"/>
          <a:ext cx="191851" cy="230221"/>
        </a:xfrm>
        <a:prstGeom prst="rightArrow">
          <a:avLst>
            <a:gd name="adj1" fmla="val 60000"/>
            <a:gd name="adj2" fmla="val 50000"/>
          </a:avLst>
        </a:prstGeom>
        <a:solidFill>
          <a:schemeClr val="accent2">
            <a:shade val="90000"/>
            <a:hueOff val="89531"/>
            <a:satOff val="-17488"/>
            <a:lumOff val="1687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rot="-5400000">
        <a:off x="2648734" y="2079014"/>
        <a:ext cx="138133" cy="134296"/>
      </dsp:txXfrm>
    </dsp:sp>
    <dsp:sp modelId="{95933BCF-FED5-4A1E-95DD-467A0D4FED6C}">
      <dsp:nvSpPr>
        <dsp:cNvPr id="0" name=""/>
        <dsp:cNvSpPr/>
      </dsp:nvSpPr>
      <dsp:spPr>
        <a:xfrm>
          <a:off x="2029283" y="2302840"/>
          <a:ext cx="1377032" cy="511603"/>
        </a:xfrm>
        <a:prstGeom prst="roundRect">
          <a:avLst>
            <a:gd name="adj" fmla="val 10000"/>
          </a:avLst>
        </a:prstGeom>
        <a:solidFill>
          <a:schemeClr val="accent2">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Hypothesen bilden</a:t>
          </a:r>
          <a:endParaRPr lang="de-DE" sz="1400" kern="1200" dirty="0"/>
        </a:p>
      </dsp:txBody>
      <dsp:txXfrm>
        <a:off x="2044267" y="2317824"/>
        <a:ext cx="1347064" cy="481635"/>
      </dsp:txXfrm>
    </dsp:sp>
    <dsp:sp modelId="{C1113780-A27D-4905-8975-A9F6C179D02B}">
      <dsp:nvSpPr>
        <dsp:cNvPr id="0" name=""/>
        <dsp:cNvSpPr/>
      </dsp:nvSpPr>
      <dsp:spPr>
        <a:xfrm rot="5400000">
          <a:off x="2621874" y="2827234"/>
          <a:ext cx="191851" cy="230221"/>
        </a:xfrm>
        <a:prstGeom prst="rightArrow">
          <a:avLst>
            <a:gd name="adj1" fmla="val 60000"/>
            <a:gd name="adj2" fmla="val 50000"/>
          </a:avLst>
        </a:prstGeom>
        <a:solidFill>
          <a:schemeClr val="accent2">
            <a:shade val="90000"/>
            <a:hueOff val="134297"/>
            <a:satOff val="-26232"/>
            <a:lumOff val="253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rot="-5400000">
        <a:off x="2648734" y="2846419"/>
        <a:ext cx="138133" cy="134296"/>
      </dsp:txXfrm>
    </dsp:sp>
    <dsp:sp modelId="{97F91A17-BF4F-43A1-8F64-6AED263F8E62}">
      <dsp:nvSpPr>
        <dsp:cNvPr id="0" name=""/>
        <dsp:cNvSpPr/>
      </dsp:nvSpPr>
      <dsp:spPr>
        <a:xfrm>
          <a:off x="2029283" y="3070246"/>
          <a:ext cx="1377032" cy="511603"/>
        </a:xfrm>
        <a:prstGeom prst="roundRect">
          <a:avLst>
            <a:gd name="adj" fmla="val 10000"/>
          </a:avLst>
        </a:prstGeom>
        <a:solidFill>
          <a:schemeClr val="accent2">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Lernziele festlegen </a:t>
          </a:r>
          <a:endParaRPr lang="de-DE" sz="1400" kern="1200" dirty="0"/>
        </a:p>
      </dsp:txBody>
      <dsp:txXfrm>
        <a:off x="2044267" y="3085230"/>
        <a:ext cx="1347064" cy="481635"/>
      </dsp:txXfrm>
    </dsp:sp>
    <dsp:sp modelId="{5992BFFD-5876-4BFE-99EE-BF14200E8A98}">
      <dsp:nvSpPr>
        <dsp:cNvPr id="0" name=""/>
        <dsp:cNvSpPr/>
      </dsp:nvSpPr>
      <dsp:spPr>
        <a:xfrm rot="5400000">
          <a:off x="2621874" y="3594639"/>
          <a:ext cx="191851" cy="230221"/>
        </a:xfrm>
        <a:prstGeom prst="rightArrow">
          <a:avLst>
            <a:gd name="adj1" fmla="val 60000"/>
            <a:gd name="adj2" fmla="val 50000"/>
          </a:avLst>
        </a:prstGeom>
        <a:solidFill>
          <a:schemeClr val="accent2">
            <a:shade val="90000"/>
            <a:hueOff val="179063"/>
            <a:satOff val="-34976"/>
            <a:lumOff val="3375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rot="-5400000">
        <a:off x="2648734" y="3613824"/>
        <a:ext cx="138133" cy="134296"/>
      </dsp:txXfrm>
    </dsp:sp>
    <dsp:sp modelId="{2D8C9278-B309-4777-99BA-CAB0F50C111B}">
      <dsp:nvSpPr>
        <dsp:cNvPr id="0" name=""/>
        <dsp:cNvSpPr/>
      </dsp:nvSpPr>
      <dsp:spPr>
        <a:xfrm>
          <a:off x="2029283" y="3837651"/>
          <a:ext cx="1377032" cy="511603"/>
        </a:xfrm>
        <a:prstGeom prst="roundRect">
          <a:avLst>
            <a:gd name="adj" fmla="val 10000"/>
          </a:avLst>
        </a:prstGeom>
        <a:solidFill>
          <a:schemeClr val="accent2">
            <a:alpha val="90000"/>
            <a:hueOff val="0"/>
            <a:satOff val="0"/>
            <a:lumOff val="0"/>
            <a:alphaOff val="-3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Selbstständiges Lernen </a:t>
          </a:r>
          <a:endParaRPr lang="de-DE" sz="1400" kern="1200" dirty="0"/>
        </a:p>
      </dsp:txBody>
      <dsp:txXfrm>
        <a:off x="2044267" y="3852635"/>
        <a:ext cx="1347064" cy="481635"/>
      </dsp:txXfrm>
    </dsp:sp>
    <dsp:sp modelId="{8EACE63B-B24D-4FFB-80DA-66C27C599173}">
      <dsp:nvSpPr>
        <dsp:cNvPr id="0" name=""/>
        <dsp:cNvSpPr/>
      </dsp:nvSpPr>
      <dsp:spPr>
        <a:xfrm rot="5400000">
          <a:off x="2621874" y="4362045"/>
          <a:ext cx="191851" cy="230221"/>
        </a:xfrm>
        <a:prstGeom prst="rightArrow">
          <a:avLst>
            <a:gd name="adj1" fmla="val 60000"/>
            <a:gd name="adj2" fmla="val 50000"/>
          </a:avLst>
        </a:prstGeom>
        <a:solidFill>
          <a:schemeClr val="accent2">
            <a:shade val="90000"/>
            <a:hueOff val="223828"/>
            <a:satOff val="-43720"/>
            <a:lumOff val="4219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rot="-5400000">
        <a:off x="2648734" y="4381230"/>
        <a:ext cx="138133" cy="134296"/>
      </dsp:txXfrm>
    </dsp:sp>
    <dsp:sp modelId="{EA754080-151A-4A05-920C-60F8C2F4E36D}">
      <dsp:nvSpPr>
        <dsp:cNvPr id="0" name=""/>
        <dsp:cNvSpPr/>
      </dsp:nvSpPr>
      <dsp:spPr>
        <a:xfrm>
          <a:off x="2029283" y="4605056"/>
          <a:ext cx="1377032" cy="511603"/>
        </a:xfrm>
        <a:prstGeom prst="roundRect">
          <a:avLst>
            <a:gd name="adj" fmla="val 10000"/>
          </a:avLst>
        </a:prstGeom>
        <a:solidFill>
          <a:schemeClr val="accent2">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Ergebnisse zusammenführen</a:t>
          </a:r>
        </a:p>
      </dsp:txBody>
      <dsp:txXfrm>
        <a:off x="2044267" y="4620040"/>
        <a:ext cx="1347064" cy="4816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A2661D89-2535-43DF-BD6D-0DECFACAC0B2}" type="datetime1">
              <a:rPr lang="de-DE" smtClean="0"/>
              <a:t>24.09.2026</a:t>
            </a:fld>
            <a:endParaRPr lang="de-DE" dirty="0"/>
          </a:p>
        </p:txBody>
      </p:sp>
      <p:sp>
        <p:nvSpPr>
          <p:cNvPr id="4" name="Fußzeilenplatzhalt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dirty="0"/>
          </a:p>
        </p:txBody>
      </p:sp>
      <p:sp>
        <p:nvSpPr>
          <p:cNvPr id="5" name="Foliennummernplatzhalt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CFA70580-B89C-4157-871D-6B9318EE5F58}" type="slidenum">
              <a:rPr lang="de-DE" smtClean="0"/>
              <a:t>‹Nr.›</a:t>
            </a:fld>
            <a:endParaRPr lang="de-DE"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7C6030AF-4347-4F6A-861E-8AEA70B77203}" type="datetime1">
              <a:rPr lang="de-DE" smtClean="0"/>
              <a:t>24.09.2026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de-DE"/>
            </a:defPPr>
          </a:lstStyle>
          <a:p>
            <a:pPr rtl="0"/>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E7AF00E9-A49D-4007-B3B9-A3783809E505}" type="slidenum">
              <a:rPr lang="de-DE" smtClean="0"/>
              <a:t>‹Nr.›</a:t>
            </a:fld>
            <a:endParaRPr lang="de-DE"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de-DE" sz="1200" kern="1200">
        <a:solidFill>
          <a:schemeClr val="tx1"/>
        </a:solidFill>
        <a:latin typeface="+mn-lt"/>
        <a:ea typeface="+mn-ea"/>
        <a:cs typeface="+mn-cs"/>
      </a:defRPr>
    </a:lvl1pPr>
    <a:lvl2pPr marL="457200" algn="l" defTabSz="914400" rtl="0" eaLnBrk="1" latinLnBrk="0" hangingPunct="1">
      <a:defRPr lang="de-DE" sz="1200" kern="1200">
        <a:solidFill>
          <a:schemeClr val="tx1"/>
        </a:solidFill>
        <a:latin typeface="+mn-lt"/>
        <a:ea typeface="+mn-ea"/>
        <a:cs typeface="+mn-cs"/>
      </a:defRPr>
    </a:lvl2pPr>
    <a:lvl3pPr marL="914400" algn="l" defTabSz="914400" rtl="0" eaLnBrk="1" latinLnBrk="0" hangingPunct="1">
      <a:defRPr lang="de-DE" sz="1200" kern="1200">
        <a:solidFill>
          <a:schemeClr val="tx1"/>
        </a:solidFill>
        <a:latin typeface="+mn-lt"/>
        <a:ea typeface="+mn-ea"/>
        <a:cs typeface="+mn-cs"/>
      </a:defRPr>
    </a:lvl3pPr>
    <a:lvl4pPr marL="1371600" algn="l" defTabSz="914400" rtl="0" eaLnBrk="1" latinLnBrk="0" hangingPunct="1">
      <a:defRPr lang="de-DE" sz="1200" kern="1200">
        <a:solidFill>
          <a:schemeClr val="tx1"/>
        </a:solidFill>
        <a:latin typeface="+mn-lt"/>
        <a:ea typeface="+mn-ea"/>
        <a:cs typeface="+mn-cs"/>
      </a:defRPr>
    </a:lvl4pPr>
    <a:lvl5pPr marL="1828800" algn="l" defTabSz="914400" rtl="0" eaLnBrk="1" latinLnBrk="0" hangingPunct="1">
      <a:defRPr lang="de-DE" sz="1200" kern="1200">
        <a:solidFill>
          <a:schemeClr val="tx1"/>
        </a:solidFill>
        <a:latin typeface="+mn-lt"/>
        <a:ea typeface="+mn-ea"/>
        <a:cs typeface="+mn-cs"/>
      </a:defRPr>
    </a:lvl5pPr>
    <a:lvl6pPr marL="2286000" algn="l" defTabSz="914400" rtl="0" eaLnBrk="1" latinLnBrk="0" hangingPunct="1">
      <a:defRPr lang="de-DE" sz="1200" kern="1200">
        <a:solidFill>
          <a:schemeClr val="tx1"/>
        </a:solidFill>
        <a:latin typeface="+mn-lt"/>
        <a:ea typeface="+mn-ea"/>
        <a:cs typeface="+mn-cs"/>
      </a:defRPr>
    </a:lvl6pPr>
    <a:lvl7pPr marL="2743200" algn="l" defTabSz="914400" rtl="0" eaLnBrk="1" latinLnBrk="0" hangingPunct="1">
      <a:defRPr lang="de-DE" sz="1200" kern="1200">
        <a:solidFill>
          <a:schemeClr val="tx1"/>
        </a:solidFill>
        <a:latin typeface="+mn-lt"/>
        <a:ea typeface="+mn-ea"/>
        <a:cs typeface="+mn-cs"/>
      </a:defRPr>
    </a:lvl7pPr>
    <a:lvl8pPr marL="3200400" algn="l" defTabSz="914400" rtl="0" eaLnBrk="1" latinLnBrk="0" hangingPunct="1">
      <a:defRPr lang="de-DE" sz="1200" kern="1200">
        <a:solidFill>
          <a:schemeClr val="tx1"/>
        </a:solidFill>
        <a:latin typeface="+mn-lt"/>
        <a:ea typeface="+mn-ea"/>
        <a:cs typeface="+mn-cs"/>
      </a:defRPr>
    </a:lvl8pPr>
    <a:lvl9pPr marL="3657600" algn="l" defTabSz="914400" rtl="0" eaLnBrk="1" latinLnBrk="0" hangingPunct="1">
      <a:defRPr lang="de-D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1</a:t>
            </a:fld>
            <a:endParaRPr lang="de-DE"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2</a:t>
            </a:fld>
            <a:endParaRPr lang="de-DE"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3</a:t>
            </a:fld>
            <a:endParaRPr lang="de-DE" dirty="0"/>
          </a:p>
        </p:txBody>
      </p:sp>
    </p:spTree>
    <p:extLst>
      <p:ext uri="{BB962C8B-B14F-4D97-AF65-F5344CB8AC3E}">
        <p14:creationId xmlns:p14="http://schemas.microsoft.com/office/powerpoint/2010/main" val="603191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40F34-5E66-66C6-9437-D8AAED5C98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5C981DF-798C-3132-C31D-12BE4AD02FD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9F35BBE-7130-FEEF-5C9B-ECC6DA945E5C}"/>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735B9562-FB1C-FD9C-E2AD-5A52182332B7}"/>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5</a:t>
            </a:fld>
            <a:endParaRPr lang="de-DE" dirty="0"/>
          </a:p>
        </p:txBody>
      </p:sp>
    </p:spTree>
    <p:extLst>
      <p:ext uri="{BB962C8B-B14F-4D97-AF65-F5344CB8AC3E}">
        <p14:creationId xmlns:p14="http://schemas.microsoft.com/office/powerpoint/2010/main" val="524682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6</a:t>
            </a:fld>
            <a:endParaRPr lang="de-DE" dirty="0"/>
          </a:p>
        </p:txBody>
      </p:sp>
    </p:spTree>
    <p:extLst>
      <p:ext uri="{BB962C8B-B14F-4D97-AF65-F5344CB8AC3E}">
        <p14:creationId xmlns:p14="http://schemas.microsoft.com/office/powerpoint/2010/main" val="2661674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63BB8-C0C6-4784-0BAB-7E5B7416A79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F77BCF3-13DE-9A87-89FC-033543851E7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6DA473-0903-9039-D961-9A50524D1A72}"/>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B2DAA3E5-4F2B-34D6-F6AE-29D54F9647F3}"/>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7</a:t>
            </a:fld>
            <a:endParaRPr lang="de-DE" dirty="0"/>
          </a:p>
        </p:txBody>
      </p:sp>
    </p:spTree>
    <p:extLst>
      <p:ext uri="{BB962C8B-B14F-4D97-AF65-F5344CB8AC3E}">
        <p14:creationId xmlns:p14="http://schemas.microsoft.com/office/powerpoint/2010/main" val="2100398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CD7E9-10A7-6D11-6637-C4F8A61E1C7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D00386B-4FDF-9747-2840-863B39FCA74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2C8A95A-62EB-5180-BF6F-B00BC1E3FE4F}"/>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D2FBF544-3C83-FE48-2952-39B79898E00E}"/>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8</a:t>
            </a:fld>
            <a:endParaRPr lang="de-DE" dirty="0"/>
          </a:p>
        </p:txBody>
      </p:sp>
    </p:spTree>
    <p:extLst>
      <p:ext uri="{BB962C8B-B14F-4D97-AF65-F5344CB8AC3E}">
        <p14:creationId xmlns:p14="http://schemas.microsoft.com/office/powerpoint/2010/main" val="565711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0EED-F5E4-9ECD-2C85-4B2BCEE4FD9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52AB9BA-2A3D-130F-CA45-5279727C7A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9014483-EFFB-38BF-8721-9D86E1B4C175}"/>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1B77E868-BCCA-B489-9031-FB1533018A09}"/>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9</a:t>
            </a:fld>
            <a:endParaRPr lang="de-DE" dirty="0"/>
          </a:p>
        </p:txBody>
      </p:sp>
    </p:spTree>
    <p:extLst>
      <p:ext uri="{BB962C8B-B14F-4D97-AF65-F5344CB8AC3E}">
        <p14:creationId xmlns:p14="http://schemas.microsoft.com/office/powerpoint/2010/main" val="2510436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A6597-4799-352A-A9F0-4C9A2894A80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17F24A0-0BD0-0506-4B13-A817242806A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AA29CE7-46A6-B64A-A3EA-B152C9D1A03F}"/>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0C458274-58FB-1E6A-20F9-8FDFD92C604F}"/>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15</a:t>
            </a:fld>
            <a:endParaRPr lang="de-DE" dirty="0"/>
          </a:p>
        </p:txBody>
      </p:sp>
    </p:spTree>
    <p:extLst>
      <p:ext uri="{BB962C8B-B14F-4D97-AF65-F5344CB8AC3E}">
        <p14:creationId xmlns:p14="http://schemas.microsoft.com/office/powerpoint/2010/main" val="2548239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50D7E-81A3-83C4-2B3E-844468814AB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56D24F-3E21-D296-041A-1D4B81A8CA5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FE6D8DB-575C-6C38-F82E-C797AB8DB75F}"/>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A8EED646-674A-AE92-0A86-1D47C08DE58C}"/>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16</a:t>
            </a:fld>
            <a:endParaRPr lang="de-DE" dirty="0"/>
          </a:p>
        </p:txBody>
      </p:sp>
    </p:spTree>
    <p:extLst>
      <p:ext uri="{BB962C8B-B14F-4D97-AF65-F5344CB8AC3E}">
        <p14:creationId xmlns:p14="http://schemas.microsoft.com/office/powerpoint/2010/main" val="3292970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1BD93-0A27-8749-F82E-BEC839C9418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DCA86C5-81DC-42FB-8581-E63B32EE1A8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75CE9CB-BC6F-D140-D924-7CAD473DD0B0}"/>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AEDF8777-AEB5-2CB7-6801-807E4503EC8A}"/>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17</a:t>
            </a:fld>
            <a:endParaRPr lang="de-DE" dirty="0"/>
          </a:p>
        </p:txBody>
      </p:sp>
    </p:spTree>
    <p:extLst>
      <p:ext uri="{BB962C8B-B14F-4D97-AF65-F5344CB8AC3E}">
        <p14:creationId xmlns:p14="http://schemas.microsoft.com/office/powerpoint/2010/main" val="3300755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0EFA-4DB0-4BB1-2825-2AB022F1520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A2BD796-03EA-2456-C8B0-E5E799F6914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4F5F78B-5EB9-CEE0-DF13-41FDC05362DA}"/>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ECE48BA5-2C29-1EB1-59FD-FD726A13A0AF}"/>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18</a:t>
            </a:fld>
            <a:endParaRPr lang="de-DE" dirty="0"/>
          </a:p>
        </p:txBody>
      </p:sp>
    </p:spTree>
    <p:extLst>
      <p:ext uri="{BB962C8B-B14F-4D97-AF65-F5344CB8AC3E}">
        <p14:creationId xmlns:p14="http://schemas.microsoft.com/office/powerpoint/2010/main" val="3527516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833DD-66CA-EF00-11BA-7EF1538ED5E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36A61B0-4557-14E6-350D-BFAC28389DE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8D3344F-CCD3-B3D8-2E1A-B72A6583CF91}"/>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C66DF9BB-C76F-106E-C707-0F52D7066E22}"/>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20</a:t>
            </a:fld>
            <a:endParaRPr lang="de-DE" dirty="0"/>
          </a:p>
        </p:txBody>
      </p:sp>
    </p:spTree>
    <p:extLst>
      <p:ext uri="{BB962C8B-B14F-4D97-AF65-F5344CB8AC3E}">
        <p14:creationId xmlns:p14="http://schemas.microsoft.com/office/powerpoint/2010/main" val="144140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8CCE3-BA18-C4F1-0A5B-CA07D4C94C0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5845974-14AA-B885-FBC3-A1A2F684CBC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977546C-DD34-5E08-19F9-3CD2EF449CBA}"/>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6C14D223-6AD7-182E-337E-929862133E63}"/>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21</a:t>
            </a:fld>
            <a:endParaRPr lang="de-DE" dirty="0"/>
          </a:p>
        </p:txBody>
      </p:sp>
    </p:spTree>
    <p:extLst>
      <p:ext uri="{BB962C8B-B14F-4D97-AF65-F5344CB8AC3E}">
        <p14:creationId xmlns:p14="http://schemas.microsoft.com/office/powerpoint/2010/main" val="3880026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22</a:t>
            </a:fld>
            <a:endParaRPr lang="de-DE" dirty="0"/>
          </a:p>
        </p:txBody>
      </p:sp>
    </p:spTree>
    <p:extLst>
      <p:ext uri="{BB962C8B-B14F-4D97-AF65-F5344CB8AC3E}">
        <p14:creationId xmlns:p14="http://schemas.microsoft.com/office/powerpoint/2010/main" val="386789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3D78-4D7B-6617-F6FB-2E7DAC60C48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B7A9440-EE49-C4BB-EDB3-46DB6992484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4EF0835-F3C4-8636-3302-4D65F11ECD8D}"/>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21F833EA-4F9B-6FC0-B3E2-B0219BCD97B1}"/>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23</a:t>
            </a:fld>
            <a:endParaRPr lang="de-DE" dirty="0"/>
          </a:p>
        </p:txBody>
      </p:sp>
    </p:spTree>
    <p:extLst>
      <p:ext uri="{BB962C8B-B14F-4D97-AF65-F5344CB8AC3E}">
        <p14:creationId xmlns:p14="http://schemas.microsoft.com/office/powerpoint/2010/main" val="1091388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24</a:t>
            </a:fld>
            <a:endParaRPr lang="de-DE" dirty="0"/>
          </a:p>
        </p:txBody>
      </p:sp>
    </p:spTree>
    <p:extLst>
      <p:ext uri="{BB962C8B-B14F-4D97-AF65-F5344CB8AC3E}">
        <p14:creationId xmlns:p14="http://schemas.microsoft.com/office/powerpoint/2010/main" val="1049693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F090F-BDDF-B06D-2F7D-E4594828613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98AFEF2-438C-C1E3-7A5B-91113319F0B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AE5A17-27FD-A84C-FABF-1276F49CCD4B}"/>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34CEB1A5-159B-F6D3-A6F0-259AFCAA3B48}"/>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25</a:t>
            </a:fld>
            <a:endParaRPr lang="de-DE" dirty="0"/>
          </a:p>
        </p:txBody>
      </p:sp>
    </p:spTree>
    <p:extLst>
      <p:ext uri="{BB962C8B-B14F-4D97-AF65-F5344CB8AC3E}">
        <p14:creationId xmlns:p14="http://schemas.microsoft.com/office/powerpoint/2010/main" val="3951115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85AF3-6760-0C41-DF7F-9E1A974E483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C3C841C-70CF-5DE7-B5E9-F555E67AF25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562B6DB-2FBF-2F28-B6E0-642FEC38A2B4}"/>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07AFDC77-DAD4-2CD4-DCB6-B0AB70DC77E4}"/>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26</a:t>
            </a:fld>
            <a:endParaRPr lang="de-DE" dirty="0"/>
          </a:p>
        </p:txBody>
      </p:sp>
    </p:spTree>
    <p:extLst>
      <p:ext uri="{BB962C8B-B14F-4D97-AF65-F5344CB8AC3E}">
        <p14:creationId xmlns:p14="http://schemas.microsoft.com/office/powerpoint/2010/main" val="2690681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822DF-A93D-BFF9-863A-A01C7B8637A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1F5749-0F86-1219-B63A-D1DD6864154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6E2249D-B55F-AA8B-3300-102B1A4361BC}"/>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965EDC1B-2738-FA35-E292-7E79083AC283}"/>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27</a:t>
            </a:fld>
            <a:endParaRPr lang="de-DE" dirty="0"/>
          </a:p>
        </p:txBody>
      </p:sp>
    </p:spTree>
    <p:extLst>
      <p:ext uri="{BB962C8B-B14F-4D97-AF65-F5344CB8AC3E}">
        <p14:creationId xmlns:p14="http://schemas.microsoft.com/office/powerpoint/2010/main" val="3197286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5C36-B5FF-CCC6-40DE-CA375B11B54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2646B18-9E9A-1D7F-A183-65AEBDB8CFF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B90EFE-D625-860E-6914-240B6AAF28D9}"/>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AFF23D4B-55AA-07A4-0FB4-87554F323B97}"/>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28</a:t>
            </a:fld>
            <a:endParaRPr lang="de-DE" dirty="0"/>
          </a:p>
        </p:txBody>
      </p:sp>
    </p:spTree>
    <p:extLst>
      <p:ext uri="{BB962C8B-B14F-4D97-AF65-F5344CB8AC3E}">
        <p14:creationId xmlns:p14="http://schemas.microsoft.com/office/powerpoint/2010/main" val="3455084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04CDA-5394-148E-ED43-7E86B625BF6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BEEFA00-828C-3933-09A1-B441F100E08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A502D4B-8881-E905-4DED-EA5DE439A2B1}"/>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FDDDE319-80A1-0AC5-BEF3-D084E887EE36}"/>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29</a:t>
            </a:fld>
            <a:endParaRPr lang="de-DE" dirty="0"/>
          </a:p>
        </p:txBody>
      </p:sp>
    </p:spTree>
    <p:extLst>
      <p:ext uri="{BB962C8B-B14F-4D97-AF65-F5344CB8AC3E}">
        <p14:creationId xmlns:p14="http://schemas.microsoft.com/office/powerpoint/2010/main" val="2911163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45CC-856D-6E98-F1AA-DC125ECD19B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2057CA7-B6B5-37D7-F074-E85AD4CAA01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FEAFCA1-DDAC-742C-5621-2AA6C09DF007}"/>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B41B9E75-A660-8F9D-EA29-1B9D6CB9B39C}"/>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30</a:t>
            </a:fld>
            <a:endParaRPr lang="de-DE" dirty="0"/>
          </a:p>
        </p:txBody>
      </p:sp>
    </p:spTree>
    <p:extLst>
      <p:ext uri="{BB962C8B-B14F-4D97-AF65-F5344CB8AC3E}">
        <p14:creationId xmlns:p14="http://schemas.microsoft.com/office/powerpoint/2010/main" val="1597516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E7AF00E9-A49D-4007-B3B9-A3783809E505}" type="slidenum">
              <a:rPr lang="de-DE" smtClean="0"/>
              <a:t>31</a:t>
            </a:fld>
            <a:endParaRPr lang="de-DE" dirty="0"/>
          </a:p>
        </p:txBody>
      </p:sp>
    </p:spTree>
    <p:extLst>
      <p:ext uri="{BB962C8B-B14F-4D97-AF65-F5344CB8AC3E}">
        <p14:creationId xmlns:p14="http://schemas.microsoft.com/office/powerpoint/2010/main" val="3564270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14B93-8CC8-32E5-11F6-377CE0077E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7DDC5A4-E9C7-8E0A-7256-962E1C1157D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D1DC407-6BDD-9394-A300-462A6C1BA6C0}"/>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A33ACD37-B790-7F3F-6FBC-542A69935276}"/>
              </a:ext>
            </a:extLst>
          </p:cNvPr>
          <p:cNvSpPr>
            <a:spLocks noGrp="1"/>
          </p:cNvSpPr>
          <p:nvPr>
            <p:ph type="sldNum" sz="quarter" idx="5"/>
          </p:nvPr>
        </p:nvSpPr>
        <p:spPr/>
        <p:txBody>
          <a:bodyPr rtlCol="0"/>
          <a:lstStyle>
            <a:defPPr>
              <a:defRPr lang="de-DE"/>
            </a:defPPr>
          </a:lstStyle>
          <a:p>
            <a:pPr rtl="0"/>
            <a:fld id="{E7AF00E9-A49D-4007-B3B9-A3783809E505}" type="slidenum">
              <a:rPr lang="de-DE" smtClean="0"/>
              <a:t>32</a:t>
            </a:fld>
            <a:endParaRPr lang="de-DE" dirty="0"/>
          </a:p>
        </p:txBody>
      </p:sp>
    </p:spTree>
    <p:extLst>
      <p:ext uri="{BB962C8B-B14F-4D97-AF65-F5344CB8AC3E}">
        <p14:creationId xmlns:p14="http://schemas.microsoft.com/office/powerpoint/2010/main" val="68034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de-DE" dirty="0"/>
            </a:lvl1pPr>
          </a:lstStyle>
          <a:p>
            <a:pPr lvl="0" rtl="0">
              <a:lnSpc>
                <a:spcPct val="100000"/>
              </a:lnSpc>
            </a:pPr>
            <a:r>
              <a:rPr lang="de-DE"/>
              <a:t>Titel durch Klicken hinzufügen</a:t>
            </a:r>
          </a:p>
        </p:txBody>
      </p:sp>
      <p:sp>
        <p:nvSpPr>
          <p:cNvPr id="9" name="Bildplatzhalt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rtlCol="0">
            <a:normAutofit/>
          </a:bodyPr>
          <a:lstStyle>
            <a:lvl1pPr marL="0" indent="0" algn="ctr">
              <a:buNone/>
              <a:defRPr lang="de-DE" sz="2000"/>
            </a:lvl1pPr>
          </a:lstStyle>
          <a:p>
            <a:pPr rtl="0"/>
            <a:r>
              <a:rPr lang="de-DE"/>
              <a:t>Bild durch Klicken auf Symbol hinzufügen</a:t>
            </a:r>
          </a:p>
        </p:txBody>
      </p:sp>
    </p:spTree>
    <p:extLst>
      <p:ext uri="{BB962C8B-B14F-4D97-AF65-F5344CB8AC3E}">
        <p14:creationId xmlns:p14="http://schemas.microsoft.com/office/powerpoint/2010/main" val="2868207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gesordnung">
    <p:spTree>
      <p:nvGrpSpPr>
        <p:cNvPr id="1" name=""/>
        <p:cNvGrpSpPr/>
        <p:nvPr/>
      </p:nvGrpSpPr>
      <p:grpSpPr>
        <a:xfrm>
          <a:off x="0" y="0"/>
          <a:ext cx="0" cy="0"/>
          <a:chOff x="0" y="0"/>
          <a:chExt cx="0" cy="0"/>
        </a:xfrm>
      </p:grpSpPr>
      <p:grpSp>
        <p:nvGrpSpPr>
          <p:cNvPr id="23" name="Gruppieren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ihandform: Form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sp>
          <p:nvSpPr>
            <p:cNvPr id="25" name="Ellipse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6" name="Ellipse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7" name="Freihandform: Form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grpSp>
      <p:sp>
        <p:nvSpPr>
          <p:cNvPr id="20" name="Titel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rtlCol="0" anchor="b">
            <a:normAutofit/>
          </a:bodyPr>
          <a:lstStyle>
            <a:lvl1pPr>
              <a:defRPr lang="de-DE" sz="4000"/>
            </a:lvl1pPr>
          </a:lstStyle>
          <a:p>
            <a:pPr rtl="0"/>
            <a:r>
              <a:rPr lang="de-DE"/>
              <a:t>Titel durch Klicken hinzufügen</a:t>
            </a:r>
          </a:p>
        </p:txBody>
      </p:sp>
      <p:sp>
        <p:nvSpPr>
          <p:cNvPr id="22" name="Inhaltsplatzhalt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rtlCol="0">
            <a:normAutofit/>
          </a:bodyPr>
          <a:lstStyle>
            <a:lvl1pPr marL="0" indent="0">
              <a:buNone/>
              <a:defRPr lang="de-DE" sz="1800">
                <a:solidFill>
                  <a:schemeClr val="tx1"/>
                </a:solidFill>
              </a:defRPr>
            </a:lvl1pPr>
            <a:lvl2pPr>
              <a:defRPr lang="de-DE" sz="1200">
                <a:solidFill>
                  <a:schemeClr val="tx1"/>
                </a:solidFill>
              </a:defRPr>
            </a:lvl2pPr>
            <a:lvl3pPr>
              <a:defRPr lang="de-DE" sz="1200">
                <a:solidFill>
                  <a:schemeClr val="tx1"/>
                </a:solidFill>
              </a:defRPr>
            </a:lvl3pPr>
            <a:lvl4pPr>
              <a:defRPr lang="de-DE" sz="1200">
                <a:solidFill>
                  <a:schemeClr val="tx1"/>
                </a:solidFill>
              </a:defRPr>
            </a:lvl4pPr>
            <a:lvl5pPr>
              <a:defRPr lang="de-DE" sz="1200">
                <a:solidFill>
                  <a:schemeClr val="tx1"/>
                </a:solidFill>
              </a:defRPr>
            </a:lvl5pPr>
          </a:lstStyle>
          <a:p>
            <a:pPr lvl="0" rtl="0"/>
            <a:r>
              <a:rPr lang="de-DE"/>
              <a:t>Inhalt durch Klicken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 name="Datumsplatzhalter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lstStyle>
            <a:defPPr>
              <a:defRPr lang="de-DE"/>
            </a:defPPr>
          </a:lstStyle>
          <a:p>
            <a:pPr rtl="0"/>
            <a:endParaRPr lang="de-DE" dirty="0"/>
          </a:p>
        </p:txBody>
      </p:sp>
      <p:sp>
        <p:nvSpPr>
          <p:cNvPr id="3" name="Fußzeilenplatzhalt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lstStyle>
            <a:defPPr>
              <a:defRPr lang="de-DE"/>
            </a:defPPr>
          </a:lstStyle>
          <a:p>
            <a:pPr rtl="0"/>
            <a:fld id="{DBA1B0FB-D917-4C8C-928F-313BD683BF39}" type="slidenum">
              <a:rPr lang="de-DE" smtClean="0"/>
              <a:t>‹Nr.›</a:t>
            </a:fld>
            <a:endParaRPr lang="de-DE" dirty="0"/>
          </a:p>
        </p:txBody>
      </p:sp>
      <p:grpSp>
        <p:nvGrpSpPr>
          <p:cNvPr id="5" name="Gruppieren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ihand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7" name="Freihand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8" name="Freihand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sp>
        <p:nvSpPr>
          <p:cNvPr id="11" name="Ellipse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nvGrpSpPr>
          <p:cNvPr id="12" name="Gruppieren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ihandform: Form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dirty="0"/>
            </a:p>
          </p:txBody>
        </p:sp>
        <p:grpSp>
          <p:nvGrpSpPr>
            <p:cNvPr id="14" name="Gruppieren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ihandform: Form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dirty="0"/>
              </a:p>
            </p:txBody>
          </p:sp>
          <p:sp>
            <p:nvSpPr>
              <p:cNvPr id="16" name="Ellipse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grpSp>
      <p:grpSp>
        <p:nvGrpSpPr>
          <p:cNvPr id="17" name="Gruppieren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ihandform: Form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9" name="Ellipse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spTree>
    <p:extLst>
      <p:ext uri="{BB962C8B-B14F-4D97-AF65-F5344CB8AC3E}">
        <p14:creationId xmlns:p14="http://schemas.microsoft.com/office/powerpoint/2010/main" val="3858332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Abschnittstitel">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550863" y="4045464"/>
            <a:ext cx="11115355" cy="2286000"/>
          </a:xfrm>
        </p:spPr>
        <p:txBody>
          <a:bodyPr rtlCol="0" anchor="ctr">
            <a:noAutofit/>
          </a:bodyPr>
          <a:lstStyle>
            <a:lvl1pPr algn="l">
              <a:defRPr lang="de-DE" sz="5400"/>
            </a:lvl1pPr>
          </a:lstStyle>
          <a:p>
            <a:pPr rtl="0"/>
            <a:r>
              <a:rPr lang="de-DE"/>
              <a:t>Titel durch Klicken hinzufügen</a:t>
            </a:r>
          </a:p>
        </p:txBody>
      </p:sp>
      <p:sp>
        <p:nvSpPr>
          <p:cNvPr id="8" name="Bildplatzhalter 7">
            <a:extLst>
              <a:ext uri="{FF2B5EF4-FFF2-40B4-BE49-F238E27FC236}">
                <a16:creationId xmlns:a16="http://schemas.microsoft.com/office/drawing/2014/main" id="{E592AF4F-2F83-7005-B3AC-6FCC7FB19140}"/>
              </a:ext>
            </a:extLst>
          </p:cNvPr>
          <p:cNvSpPr>
            <a:spLocks noGrp="1"/>
          </p:cNvSpPr>
          <p:nvPr>
            <p:ph type="pic" sz="quarter" idx="13" hasCustomPrompt="1"/>
          </p:nvPr>
        </p:nvSpPr>
        <p:spPr>
          <a:xfrm>
            <a:off x="0" y="4594"/>
            <a:ext cx="12192000" cy="3771878"/>
          </a:xfrm>
        </p:spPr>
        <p:txBody>
          <a:bodyPr rtlCol="0">
            <a:noAutofit/>
          </a:bodyPr>
          <a:lstStyle>
            <a:lvl1pPr marL="0" indent="0" algn="ctr">
              <a:buNone/>
              <a:defRPr lang="de-DE" sz="2000"/>
            </a:lvl1pPr>
          </a:lstStyle>
          <a:p>
            <a:pPr rtl="0"/>
            <a:r>
              <a:rPr lang="de-DE"/>
              <a:t>Bild durch Klicken auf Symbol hinzufügen</a:t>
            </a:r>
          </a:p>
        </p:txBody>
      </p:sp>
      <p:sp>
        <p:nvSpPr>
          <p:cNvPr id="7" name="Ellipse 6">
            <a:extLst>
              <a:ext uri="{FF2B5EF4-FFF2-40B4-BE49-F238E27FC236}">
                <a16:creationId xmlns:a16="http://schemas.microsoft.com/office/drawing/2014/main" id="{57BF9F63-86BE-5515-AD3C-59481B3FF4B4}"/>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4" name="Datumsplatzhalter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de-DE"/>
            </a:defPPr>
          </a:lstStyle>
          <a:p>
            <a:pPr rtl="0"/>
            <a:endParaRPr lang="de-DE" dirty="0"/>
          </a:p>
        </p:txBody>
      </p:sp>
      <p:sp>
        <p:nvSpPr>
          <p:cNvPr id="5" name="Fußzeilenplatzhalt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de-DE"/>
            </a:defPPr>
          </a:lstStyle>
          <a:p>
            <a:pPr rtl="0"/>
            <a:fld id="{CBD12358-51D2-46B3-9BDE-DF29528B9454}" type="slidenum">
              <a:rPr lang="de-DE" smtClean="0"/>
              <a:t>‹Nr.›</a:t>
            </a:fld>
            <a:endParaRPr lang="de-DE" dirty="0"/>
          </a:p>
        </p:txBody>
      </p:sp>
    </p:spTree>
    <p:extLst>
      <p:ext uri="{BB962C8B-B14F-4D97-AF65-F5344CB8AC3E}">
        <p14:creationId xmlns:p14="http://schemas.microsoft.com/office/powerpoint/2010/main" val="372899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1">
    <p:spTree>
      <p:nvGrpSpPr>
        <p:cNvPr id="1" name=""/>
        <p:cNvGrpSpPr/>
        <p:nvPr/>
      </p:nvGrpSpPr>
      <p:grpSpPr>
        <a:xfrm>
          <a:off x="0" y="0"/>
          <a:ext cx="0" cy="0"/>
          <a:chOff x="0" y="0"/>
          <a:chExt cx="0" cy="0"/>
        </a:xfrm>
      </p:grpSpPr>
      <p:grpSp>
        <p:nvGrpSpPr>
          <p:cNvPr id="7" name="Gruppieren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ihandform: Form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dirty="0"/>
            </a:p>
          </p:txBody>
        </p:sp>
        <p:grpSp>
          <p:nvGrpSpPr>
            <p:cNvPr id="9" name="Gruppieren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ihandform: Form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dirty="0"/>
              </a:p>
            </p:txBody>
          </p:sp>
          <p:sp>
            <p:nvSpPr>
              <p:cNvPr id="11" name="Ellipse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grpSp>
      <p:grpSp>
        <p:nvGrpSpPr>
          <p:cNvPr id="19" name="Gruppieren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ihandform: Form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1" name="Ellipse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grpSp>
        <p:nvGrpSpPr>
          <p:cNvPr id="12" name="Gruppieren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ihandform: Form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sp>
          <p:nvSpPr>
            <p:cNvPr id="14" name="Ellips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5" name="Ellips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6" name="Freihandform: Form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grpSp>
      <p:sp>
        <p:nvSpPr>
          <p:cNvPr id="2" name="Titel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de-DE" sz="4000" dirty="0"/>
            </a:lvl1pPr>
          </a:lstStyle>
          <a:p>
            <a:pPr lvl="0" rtl="0">
              <a:lnSpc>
                <a:spcPct val="100000"/>
              </a:lnSpc>
            </a:pPr>
            <a:r>
              <a:rPr lang="de-DE"/>
              <a:t>Titel durch Klicken hinzufügen</a:t>
            </a:r>
          </a:p>
        </p:txBody>
      </p:sp>
      <p:sp>
        <p:nvSpPr>
          <p:cNvPr id="3" name="Inhaltsplatzhalt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rtlCol="0">
            <a:normAutofit/>
          </a:bodyPr>
          <a:lstStyle>
            <a:lvl1pPr>
              <a:defRPr lang="de-DE" sz="1800">
                <a:solidFill>
                  <a:schemeClr val="tx1"/>
                </a:solidFill>
              </a:defRPr>
            </a:lvl1pPr>
            <a:lvl2pPr>
              <a:defRPr lang="de-DE" sz="1200">
                <a:solidFill>
                  <a:schemeClr val="tx1"/>
                </a:solidFill>
              </a:defRPr>
            </a:lvl2pPr>
            <a:lvl3pPr>
              <a:defRPr lang="de-DE" sz="1200">
                <a:solidFill>
                  <a:schemeClr val="tx1"/>
                </a:solidFill>
              </a:defRPr>
            </a:lvl3pPr>
            <a:lvl4pPr>
              <a:defRPr lang="de-DE" sz="1200">
                <a:solidFill>
                  <a:schemeClr val="tx1"/>
                </a:solidFill>
              </a:defRPr>
            </a:lvl4pPr>
            <a:lvl5pPr>
              <a:defRPr lang="de-DE" sz="12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Datumsplatzhalter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lstStyle>
            <a:defPPr>
              <a:defRPr lang="de-DE"/>
            </a:defPPr>
          </a:lstStyle>
          <a:p>
            <a:pPr rtl="0"/>
            <a:endParaRPr lang="de-DE" dirty="0"/>
          </a:p>
        </p:txBody>
      </p:sp>
      <p:sp>
        <p:nvSpPr>
          <p:cNvPr id="5" name="Fußzeilenplatzhalt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de-DE"/>
            </a:defPPr>
          </a:lstStyle>
          <a:p>
            <a:pPr rtl="0"/>
            <a:fld id="{DBA1B0FB-D917-4C8C-928F-313BD683BF39}" type="slidenum">
              <a:rPr lang="de-DE" smtClean="0"/>
              <a:t>‹Nr.›</a:t>
            </a:fld>
            <a:endParaRPr lang="de-DE" dirty="0"/>
          </a:p>
        </p:txBody>
      </p:sp>
    </p:spTree>
    <p:extLst>
      <p:ext uri="{BB962C8B-B14F-4D97-AF65-F5344CB8AC3E}">
        <p14:creationId xmlns:p14="http://schemas.microsoft.com/office/powerpoint/2010/main" val="66099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ei Inhalt 1">
    <p:spTree>
      <p:nvGrpSpPr>
        <p:cNvPr id="1" name=""/>
        <p:cNvGrpSpPr/>
        <p:nvPr/>
      </p:nvGrpSpPr>
      <p:grpSpPr>
        <a:xfrm>
          <a:off x="0" y="0"/>
          <a:ext cx="0" cy="0"/>
          <a:chOff x="0" y="0"/>
          <a:chExt cx="0" cy="0"/>
        </a:xfrm>
      </p:grpSpPr>
      <p:sp>
        <p:nvSpPr>
          <p:cNvPr id="22" name="Ellipse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nvGrpSpPr>
          <p:cNvPr id="13" name="Gruppieren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ihandform: Form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1" name="Ellips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sp>
        <p:nvSpPr>
          <p:cNvPr id="2" name="Titel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rtlCol="0">
            <a:normAutofit/>
          </a:bodyPr>
          <a:lstStyle>
            <a:lvl1pPr>
              <a:lnSpc>
                <a:spcPct val="100000"/>
              </a:lnSpc>
              <a:defRPr lang="de-DE" sz="4000"/>
            </a:lvl1pPr>
          </a:lstStyle>
          <a:p>
            <a:pPr rtl="0"/>
            <a:r>
              <a:rPr lang="de-DE"/>
              <a:t>Titel durch Klicken hinzufügen</a:t>
            </a:r>
          </a:p>
        </p:txBody>
      </p:sp>
      <p:sp>
        <p:nvSpPr>
          <p:cNvPr id="3" name="Inhaltsplatzhalt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rtlCol="0">
            <a:normAutofit/>
          </a:bodyPr>
          <a:lstStyle>
            <a:lvl1pPr marL="0" indent="0">
              <a:spcBef>
                <a:spcPts val="1000"/>
              </a:spcBef>
              <a:buNone/>
              <a:defRPr lang="de-DE" sz="1800">
                <a:solidFill>
                  <a:schemeClr val="tx1"/>
                </a:solidFill>
              </a:defRPr>
            </a:lvl1pPr>
            <a:lvl2pPr marL="228600">
              <a:spcBef>
                <a:spcPts val="1000"/>
              </a:spcBef>
              <a:defRPr lang="de-DE" sz="1800">
                <a:solidFill>
                  <a:schemeClr val="tx1"/>
                </a:solidFill>
              </a:defRPr>
            </a:lvl2pPr>
            <a:lvl3pPr marL="411480" indent="-228600">
              <a:spcBef>
                <a:spcPts val="1000"/>
              </a:spcBef>
              <a:defRPr lang="de-DE" sz="1800">
                <a:solidFill>
                  <a:schemeClr val="tx1"/>
                </a:solidFill>
              </a:defRPr>
            </a:lvl3pPr>
            <a:lvl4pPr marL="594360">
              <a:spcBef>
                <a:spcPts val="1000"/>
              </a:spcBef>
              <a:defRPr lang="de-DE" sz="1800">
                <a:solidFill>
                  <a:schemeClr val="tx1"/>
                </a:solidFill>
              </a:defRPr>
            </a:lvl4pPr>
            <a:lvl5pPr marL="777240">
              <a:spcBef>
                <a:spcPts val="1000"/>
              </a:spcBef>
              <a:defRPr lang="de-DE" sz="18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1" name="Inhaltsplatzhalt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rtlCol="0">
            <a:normAutofit/>
          </a:bodyPr>
          <a:lstStyle>
            <a:lvl1pPr marL="0" indent="0">
              <a:spcBef>
                <a:spcPts val="1000"/>
              </a:spcBef>
              <a:buNone/>
              <a:defRPr lang="de-DE" sz="1800">
                <a:solidFill>
                  <a:schemeClr val="tx1"/>
                </a:solidFill>
              </a:defRPr>
            </a:lvl1pPr>
            <a:lvl2pPr marL="228600">
              <a:spcBef>
                <a:spcPts val="1000"/>
              </a:spcBef>
              <a:defRPr lang="de-DE" sz="1800">
                <a:solidFill>
                  <a:schemeClr val="tx1"/>
                </a:solidFill>
              </a:defRPr>
            </a:lvl2pPr>
            <a:lvl3pPr marL="411480" indent="-228600">
              <a:spcBef>
                <a:spcPts val="1000"/>
              </a:spcBef>
              <a:defRPr lang="de-DE" sz="1800">
                <a:solidFill>
                  <a:schemeClr val="tx1"/>
                </a:solidFill>
              </a:defRPr>
            </a:lvl3pPr>
            <a:lvl4pPr marL="594360">
              <a:spcBef>
                <a:spcPts val="1000"/>
              </a:spcBef>
              <a:defRPr lang="de-DE" sz="1800">
                <a:solidFill>
                  <a:schemeClr val="tx1"/>
                </a:solidFill>
              </a:defRPr>
            </a:lvl4pPr>
            <a:lvl5pPr marL="777240">
              <a:spcBef>
                <a:spcPts val="1000"/>
              </a:spcBef>
              <a:defRPr lang="de-DE" sz="18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Datumsplatzhalter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lstStyle>
            <a:defPPr>
              <a:defRPr lang="de-DE"/>
            </a:defPPr>
          </a:lstStyle>
          <a:p>
            <a:pPr rtl="0"/>
            <a:endParaRPr lang="de-DE" dirty="0"/>
          </a:p>
        </p:txBody>
      </p:sp>
      <p:sp>
        <p:nvSpPr>
          <p:cNvPr id="6" name="Fußzeilenplatzhalt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7" name="Foliennummernplatzhalt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de-DE"/>
            </a:defPPr>
          </a:lstStyle>
          <a:p>
            <a:pPr rtl="0"/>
            <a:fld id="{DBA1B0FB-D917-4C8C-928F-313BD683BF39}" type="slidenum">
              <a:rPr lang="de-DE" smtClean="0"/>
              <a:t>‹Nr.›</a:t>
            </a:fld>
            <a:endParaRPr lang="de-DE" dirty="0"/>
          </a:p>
        </p:txBody>
      </p:sp>
    </p:spTree>
    <p:extLst>
      <p:ext uri="{BB962C8B-B14F-4D97-AF65-F5344CB8AC3E}">
        <p14:creationId xmlns:p14="http://schemas.microsoft.com/office/powerpoint/2010/main" val="1806119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wei Inhalt">
    <p:spTree>
      <p:nvGrpSpPr>
        <p:cNvPr id="1" name=""/>
        <p:cNvGrpSpPr/>
        <p:nvPr/>
      </p:nvGrpSpPr>
      <p:grpSpPr>
        <a:xfrm>
          <a:off x="0" y="0"/>
          <a:ext cx="0" cy="0"/>
          <a:chOff x="0" y="0"/>
          <a:chExt cx="0" cy="0"/>
        </a:xfrm>
      </p:grpSpPr>
      <p:sp>
        <p:nvSpPr>
          <p:cNvPr id="22" name="Ellipse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 name="Titel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488315"/>
            <a:ext cx="11090274" cy="1332000"/>
          </a:xfrm>
        </p:spPr>
        <p:txBody>
          <a:bodyPr rtlCol="0">
            <a:normAutofit/>
          </a:bodyPr>
          <a:lstStyle>
            <a:lvl1pPr>
              <a:lnSpc>
                <a:spcPct val="100000"/>
              </a:lnSpc>
              <a:defRPr lang="de-DE" sz="4000"/>
            </a:lvl1pPr>
          </a:lstStyle>
          <a:p>
            <a:pPr rtl="0"/>
            <a:r>
              <a:rPr lang="de-DE"/>
              <a:t>Titel durch Klicken hinzufügen</a:t>
            </a:r>
          </a:p>
        </p:txBody>
      </p:sp>
      <p:grpSp>
        <p:nvGrpSpPr>
          <p:cNvPr id="11" name="Gruppieren 10">
            <a:extLst>
              <a:ext uri="{FF2B5EF4-FFF2-40B4-BE49-F238E27FC236}">
                <a16:creationId xmlns:a16="http://schemas.microsoft.com/office/drawing/2014/main" id="{6EFC6ED4-22DD-0C3B-D15A-218307AB6DF2}"/>
              </a:ext>
              <a:ext uri="{C183D7F6-B498-43B3-948B-1728B52AA6E4}">
                <adec:decorative xmlns:adec="http://schemas.microsoft.com/office/drawing/2017/decorative" val="1"/>
              </a:ext>
            </a:extLst>
          </p:cNvPr>
          <p:cNvGrpSpPr/>
          <p:nvPr userDrawn="1"/>
        </p:nvGrpSpPr>
        <p:grpSpPr>
          <a:xfrm>
            <a:off x="10379261" y="2030035"/>
            <a:ext cx="1335600" cy="1262947"/>
            <a:chOff x="10145015" y="2343978"/>
            <a:chExt cx="1335600" cy="1262947"/>
          </a:xfrm>
        </p:grpSpPr>
        <p:sp>
          <p:nvSpPr>
            <p:cNvPr id="12" name="Freihandform: Form 25">
              <a:extLst>
                <a:ext uri="{FF2B5EF4-FFF2-40B4-BE49-F238E27FC236}">
                  <a16:creationId xmlns:a16="http://schemas.microsoft.com/office/drawing/2014/main" id="{E4CD0F67-4BE8-1120-FCAE-806F9E18DD5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4" name="Ellipse 13">
              <a:extLst>
                <a:ext uri="{FF2B5EF4-FFF2-40B4-BE49-F238E27FC236}">
                  <a16:creationId xmlns:a16="http://schemas.microsoft.com/office/drawing/2014/main" id="{59B74B85-E3CB-E24E-54C6-AB161411D93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sp>
        <p:nvSpPr>
          <p:cNvPr id="15" name="Freihandform: Form 21">
            <a:extLst>
              <a:ext uri="{FF2B5EF4-FFF2-40B4-BE49-F238E27FC236}">
                <a16:creationId xmlns:a16="http://schemas.microsoft.com/office/drawing/2014/main" id="{5781DEED-6608-D622-CA5E-C91FD8645ED6}"/>
              </a:ext>
              <a:ext uri="{C183D7F6-B498-43B3-948B-1728B52AA6E4}">
                <adec:decorative xmlns:adec="http://schemas.microsoft.com/office/drawing/2017/decorative" val="1"/>
              </a:ext>
            </a:extLst>
          </p:cNvPr>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nvGrpSpPr>
          <p:cNvPr id="13" name="Gruppieren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ihandform: Form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1" name="Ellips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sp>
        <p:nvSpPr>
          <p:cNvPr id="3" name="Inhaltsplatzhalt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1965095"/>
            <a:ext cx="5435600" cy="3995650"/>
          </a:xfrm>
        </p:spPr>
        <p:txBody>
          <a:bodyPr rtlCol="0">
            <a:normAutofit/>
          </a:bodyPr>
          <a:lstStyle>
            <a:lvl1pPr marL="0" indent="0">
              <a:buNone/>
              <a:defRPr lang="de-DE" sz="1800">
                <a:solidFill>
                  <a:schemeClr val="tx1"/>
                </a:solidFill>
              </a:defRPr>
            </a:lvl1pPr>
            <a:lvl2pPr>
              <a:defRPr lang="de-DE" sz="1800">
                <a:solidFill>
                  <a:schemeClr val="tx1"/>
                </a:solidFill>
              </a:defRPr>
            </a:lvl2pPr>
            <a:lvl3pPr>
              <a:defRPr lang="de-DE" sz="1800">
                <a:solidFill>
                  <a:schemeClr val="tx1"/>
                </a:solidFill>
              </a:defRPr>
            </a:lvl3pPr>
            <a:lvl4pPr>
              <a:defRPr lang="de-DE" sz="1800">
                <a:solidFill>
                  <a:schemeClr val="tx1"/>
                </a:solidFill>
              </a:defRPr>
            </a:lvl4pPr>
            <a:lvl5pPr>
              <a:defRPr lang="de-DE" sz="18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6" name="Inhaltsplatzhalter 2">
            <a:extLst>
              <a:ext uri="{FF2B5EF4-FFF2-40B4-BE49-F238E27FC236}">
                <a16:creationId xmlns:a16="http://schemas.microsoft.com/office/drawing/2014/main" id="{C4B946DE-F802-2F36-2789-09D7F8604081}"/>
              </a:ext>
            </a:extLst>
          </p:cNvPr>
          <p:cNvSpPr>
            <a:spLocks noGrp="1"/>
          </p:cNvSpPr>
          <p:nvPr>
            <p:ph sz="half" idx="13" hasCustomPrompt="1"/>
          </p:nvPr>
        </p:nvSpPr>
        <p:spPr>
          <a:xfrm>
            <a:off x="6301305" y="1965095"/>
            <a:ext cx="5339397" cy="3995650"/>
          </a:xfrm>
        </p:spPr>
        <p:txBody>
          <a:bodyPr rtlCol="0">
            <a:normAutofit/>
          </a:bodyPr>
          <a:lstStyle>
            <a:lvl1pPr marL="0" indent="0">
              <a:buNone/>
              <a:defRPr lang="de-DE" sz="1800">
                <a:solidFill>
                  <a:schemeClr val="tx1"/>
                </a:solidFill>
              </a:defRPr>
            </a:lvl1pPr>
            <a:lvl2pPr>
              <a:defRPr lang="de-DE" sz="1800">
                <a:solidFill>
                  <a:schemeClr val="tx1"/>
                </a:solidFill>
              </a:defRPr>
            </a:lvl2pPr>
            <a:lvl3pPr>
              <a:defRPr lang="de-DE" sz="1800">
                <a:solidFill>
                  <a:schemeClr val="tx1"/>
                </a:solidFill>
              </a:defRPr>
            </a:lvl3pPr>
            <a:lvl4pPr>
              <a:defRPr lang="de-DE" sz="1800">
                <a:solidFill>
                  <a:schemeClr val="tx1"/>
                </a:solidFill>
              </a:defRPr>
            </a:lvl4pPr>
            <a:lvl5pPr>
              <a:defRPr lang="de-DE" sz="18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Datumsplatzhalter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lstStyle>
            <a:defPPr>
              <a:defRPr lang="de-DE"/>
            </a:defPPr>
          </a:lstStyle>
          <a:p>
            <a:pPr rtl="0"/>
            <a:endParaRPr lang="de-DE" dirty="0"/>
          </a:p>
        </p:txBody>
      </p:sp>
      <p:sp>
        <p:nvSpPr>
          <p:cNvPr id="6" name="Fußzeilenplatzhalt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7" name="Foliennummernplatzhalt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de-DE"/>
            </a:defPPr>
          </a:lstStyle>
          <a:p>
            <a:pPr rtl="0"/>
            <a:fld id="{DBA1B0FB-D917-4C8C-928F-313BD683BF39}" type="slidenum">
              <a:rPr lang="de-DE" smtClean="0"/>
              <a:t>‹Nr.›</a:t>
            </a:fld>
            <a:endParaRPr lang="de-DE" dirty="0"/>
          </a:p>
        </p:txBody>
      </p:sp>
    </p:spTree>
    <p:extLst>
      <p:ext uri="{BB962C8B-B14F-4D97-AF65-F5344CB8AC3E}">
        <p14:creationId xmlns:p14="http://schemas.microsoft.com/office/powerpoint/2010/main" val="3617165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57BD59-35CC-9BB3-8621-6FA3356F81AA}"/>
              </a:ext>
            </a:extLst>
          </p:cNvPr>
          <p:cNvSpPr>
            <a:spLocks noGrp="1"/>
          </p:cNvSpPr>
          <p:nvPr>
            <p:ph type="title" hasCustomPrompt="1"/>
          </p:nvPr>
        </p:nvSpPr>
        <p:spPr>
          <a:xfrm>
            <a:off x="550863" y="560961"/>
            <a:ext cx="11090275" cy="1186560"/>
          </a:xfrm>
        </p:spPr>
        <p:txBody>
          <a:bodyPr rtlCol="0" anchor="t" anchorCtr="0">
            <a:noAutofit/>
          </a:bodyPr>
          <a:lstStyle>
            <a:lvl1pPr>
              <a:defRPr lang="de-DE" sz="4000"/>
            </a:lvl1pPr>
          </a:lstStyle>
          <a:p>
            <a:pPr rtl="0"/>
            <a:r>
              <a:rPr lang="de-DE"/>
              <a:t>Titel durch Klicken hinzufügen</a:t>
            </a:r>
          </a:p>
        </p:txBody>
      </p:sp>
      <p:sp>
        <p:nvSpPr>
          <p:cNvPr id="4" name="Datumsplatzhalter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de-DE"/>
            </a:defPPr>
          </a:lstStyle>
          <a:p>
            <a:pPr rtl="0"/>
            <a:endParaRPr lang="de-DE" dirty="0"/>
          </a:p>
        </p:txBody>
      </p:sp>
      <p:sp>
        <p:nvSpPr>
          <p:cNvPr id="5" name="Fußzeilenplatzhalt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de-DE"/>
            </a:defPPr>
          </a:lstStyle>
          <a:p>
            <a:pPr rtl="0"/>
            <a:fld id="{CBD12358-51D2-46B3-9BDE-DF29528B9454}" type="slidenum">
              <a:rPr lang="de-DE" smtClean="0"/>
              <a:t>‹Nr.›</a:t>
            </a:fld>
            <a:endParaRPr lang="de-DE" dirty="0"/>
          </a:p>
        </p:txBody>
      </p:sp>
      <p:sp>
        <p:nvSpPr>
          <p:cNvPr id="3" name="Inhaltsplatzhalter 2">
            <a:extLst>
              <a:ext uri="{FF2B5EF4-FFF2-40B4-BE49-F238E27FC236}">
                <a16:creationId xmlns:a16="http://schemas.microsoft.com/office/drawing/2014/main" id="{2AC28186-3489-427F-79D0-B78444023624}"/>
              </a:ext>
            </a:extLst>
          </p:cNvPr>
          <p:cNvSpPr>
            <a:spLocks noGrp="1"/>
          </p:cNvSpPr>
          <p:nvPr>
            <p:ph sz="half" idx="1" hasCustomPrompt="1"/>
          </p:nvPr>
        </p:nvSpPr>
        <p:spPr>
          <a:xfrm>
            <a:off x="550861" y="1917064"/>
            <a:ext cx="11090275" cy="4297679"/>
          </a:xfrm>
        </p:spPr>
        <p:txBody>
          <a:bodyPr rtlCol="0">
            <a:normAutofit/>
          </a:bodyPr>
          <a:lstStyle>
            <a:lvl1pPr marL="0" indent="0">
              <a:buNone/>
              <a:defRPr lang="de-DE" sz="1800">
                <a:solidFill>
                  <a:schemeClr val="tx1"/>
                </a:solidFill>
              </a:defRPr>
            </a:lvl1pPr>
            <a:lvl2pPr>
              <a:defRPr lang="de-DE" sz="1800">
                <a:solidFill>
                  <a:schemeClr val="tx1"/>
                </a:solidFill>
              </a:defRPr>
            </a:lvl2pPr>
            <a:lvl3pPr>
              <a:defRPr lang="de-DE" sz="1800">
                <a:solidFill>
                  <a:schemeClr val="tx1"/>
                </a:solidFill>
              </a:defRPr>
            </a:lvl3pPr>
            <a:lvl4pPr>
              <a:defRPr lang="de-DE" sz="1800">
                <a:solidFill>
                  <a:schemeClr val="tx1"/>
                </a:solidFill>
              </a:defRPr>
            </a:lvl4pPr>
            <a:lvl5pPr>
              <a:defRPr lang="de-DE" sz="18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Tree>
    <p:extLst>
      <p:ext uri="{BB962C8B-B14F-4D97-AF65-F5344CB8AC3E}">
        <p14:creationId xmlns:p14="http://schemas.microsoft.com/office/powerpoint/2010/main" val="100879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chlussbemerkun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 name="Titel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de-DE" sz="5400" dirty="0"/>
            </a:lvl1pPr>
          </a:lstStyle>
          <a:p>
            <a:pPr lvl="0" rtl="0">
              <a:lnSpc>
                <a:spcPct val="100000"/>
              </a:lnSpc>
            </a:pPr>
            <a:r>
              <a:rPr lang="de-DE"/>
              <a:t>Titel durch Klicken hinzufügen</a:t>
            </a:r>
          </a:p>
        </p:txBody>
      </p:sp>
      <p:sp>
        <p:nvSpPr>
          <p:cNvPr id="3" name="Inhaltsplatzhalt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rtlCol="0">
            <a:normAutofit/>
          </a:bodyPr>
          <a:lstStyle>
            <a:lvl1pPr marL="0" indent="0">
              <a:spcBef>
                <a:spcPts val="1000"/>
              </a:spcBef>
              <a:buNone/>
              <a:defRPr lang="de-DE" sz="1800">
                <a:solidFill>
                  <a:schemeClr val="tx1"/>
                </a:solidFill>
              </a:defRPr>
            </a:lvl1pPr>
            <a:lvl2pPr marL="457200" indent="0">
              <a:spcBef>
                <a:spcPts val="1000"/>
              </a:spcBef>
              <a:buNone/>
              <a:defRPr lang="de-DE" sz="1200">
                <a:solidFill>
                  <a:schemeClr val="tx1"/>
                </a:solidFill>
              </a:defRPr>
            </a:lvl2pPr>
            <a:lvl3pPr marL="914400" indent="0">
              <a:spcBef>
                <a:spcPts val="1000"/>
              </a:spcBef>
              <a:buNone/>
              <a:defRPr lang="de-DE" sz="1200">
                <a:solidFill>
                  <a:schemeClr val="tx1"/>
                </a:solidFill>
              </a:defRPr>
            </a:lvl3pPr>
            <a:lvl4pPr marL="1371600" indent="0">
              <a:spcBef>
                <a:spcPts val="1000"/>
              </a:spcBef>
              <a:buNone/>
              <a:defRPr lang="de-DE" sz="1200">
                <a:solidFill>
                  <a:schemeClr val="tx1"/>
                </a:solidFill>
              </a:defRPr>
            </a:lvl4pPr>
            <a:lvl5pPr marL="1828800" indent="0">
              <a:spcBef>
                <a:spcPts val="1000"/>
              </a:spcBef>
              <a:buNone/>
              <a:defRPr lang="de-DE" sz="1200">
                <a:solidFill>
                  <a:schemeClr val="tx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0" name="Bildplatzhalt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rtlCol="0">
            <a:normAutofit/>
          </a:bodyPr>
          <a:lstStyle>
            <a:lvl1pPr marL="0" indent="0" algn="ctr">
              <a:buNone/>
              <a:defRPr lang="de-DE" sz="2000">
                <a:solidFill>
                  <a:schemeClr val="tx1"/>
                </a:solidFill>
              </a:defRPr>
            </a:lvl1pPr>
          </a:lstStyle>
          <a:p>
            <a:pPr rtl="0"/>
            <a:r>
              <a:rPr lang="de-DE"/>
              <a:t>Bild durch Klicken auf Symbol hinzufügen</a:t>
            </a:r>
          </a:p>
        </p:txBody>
      </p:sp>
      <p:grpSp>
        <p:nvGrpSpPr>
          <p:cNvPr id="9" name="Gruppieren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ihandform: Form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1" name="Ellipse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grpSp>
        <p:nvGrpSpPr>
          <p:cNvPr id="12" name="Gruppieren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ihandform: Form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sp>
          <p:nvSpPr>
            <p:cNvPr id="14" name="Ellips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5" name="Ellips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16" name="Freihandform: Form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grpSp>
      <p:sp>
        <p:nvSpPr>
          <p:cNvPr id="4" name="Datumsplatzhalter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lstStyle>
            <a:defPPr>
              <a:defRPr lang="de-DE"/>
            </a:defPPr>
          </a:lstStyle>
          <a:p>
            <a:pPr rtl="0"/>
            <a:endParaRPr lang="de-DE" dirty="0"/>
          </a:p>
        </p:txBody>
      </p:sp>
      <p:sp>
        <p:nvSpPr>
          <p:cNvPr id="5" name="Fußzeilenplatzhalt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de-DE"/>
            </a:defPPr>
          </a:lstStyle>
          <a:p>
            <a:pPr rtl="0"/>
            <a:fld id="{DBA1B0FB-D917-4C8C-928F-313BD683BF39}" type="slidenum">
              <a:rPr lang="de-DE" smtClean="0"/>
              <a:t>‹Nr.›</a:t>
            </a:fld>
            <a:endParaRPr lang="de-DE" dirty="0"/>
          </a:p>
        </p:txBody>
      </p:sp>
    </p:spTree>
    <p:extLst>
      <p:ext uri="{BB962C8B-B14F-4D97-AF65-F5344CB8AC3E}">
        <p14:creationId xmlns:p14="http://schemas.microsoft.com/office/powerpoint/2010/main" val="3616071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577394-0A20-4CF6-9066-CFC2C1C9D30F}"/>
              </a:ext>
            </a:extLst>
          </p:cNvPr>
          <p:cNvSpPr>
            <a:spLocks noGrp="1"/>
          </p:cNvSpPr>
          <p:nvPr>
            <p:ph type="ctrTitle" hasCustomPrompt="1"/>
          </p:nvPr>
        </p:nvSpPr>
        <p:spPr>
          <a:xfrm>
            <a:off x="3359149" y="389840"/>
            <a:ext cx="8281987" cy="2954655"/>
          </a:xfrm>
        </p:spPr>
        <p:txBody>
          <a:bodyPr rtlCol="0" anchor="t" anchorCtr="0">
            <a:normAutofit/>
          </a:bodyPr>
          <a:lstStyle>
            <a:lvl1pPr algn="l">
              <a:lnSpc>
                <a:spcPct val="100000"/>
              </a:lnSpc>
              <a:defRPr lang="de-DE" sz="6400"/>
            </a:lvl1pPr>
          </a:lstStyle>
          <a:p>
            <a:pPr rtl="0"/>
            <a:r>
              <a:rPr lang="de-DE"/>
              <a:t>Titel durch Klicken hinzufügen</a:t>
            </a:r>
          </a:p>
        </p:txBody>
      </p:sp>
      <p:sp>
        <p:nvSpPr>
          <p:cNvPr id="3" name="Untertitel 2">
            <a:extLst>
              <a:ext uri="{FF2B5EF4-FFF2-40B4-BE49-F238E27FC236}">
                <a16:creationId xmlns:a16="http://schemas.microsoft.com/office/drawing/2014/main" id="{3F10971F-8922-4B23-9C80-0643D7E35026}"/>
              </a:ext>
            </a:extLst>
          </p:cNvPr>
          <p:cNvSpPr>
            <a:spLocks noGrp="1"/>
          </p:cNvSpPr>
          <p:nvPr>
            <p:ph type="subTitle" idx="1" hasCustomPrompt="1"/>
          </p:nvPr>
        </p:nvSpPr>
        <p:spPr>
          <a:xfrm>
            <a:off x="3359149" y="3536951"/>
            <a:ext cx="8281989" cy="2555874"/>
          </a:xfrm>
        </p:spPr>
        <p:txBody>
          <a:bodyPr rtlCol="0">
            <a:normAutofit/>
          </a:bodyPr>
          <a:lstStyle>
            <a:lvl1pPr marL="0" indent="0" algn="l">
              <a:lnSpc>
                <a:spcPct val="100000"/>
              </a:lnSpc>
              <a:buNone/>
              <a:defRPr lang="de-DE" sz="2400">
                <a:solidFill>
                  <a:schemeClr val="tx1"/>
                </a:solidFill>
              </a:defRPr>
            </a:lvl1pPr>
            <a:lvl2pPr marL="457200" indent="0" algn="ctr">
              <a:buNone/>
              <a:defRPr lang="de-DE" sz="2000"/>
            </a:lvl2pPr>
            <a:lvl3pPr marL="914400" indent="0" algn="ctr">
              <a:buNone/>
              <a:defRPr lang="de-DE" sz="1800"/>
            </a:lvl3pPr>
            <a:lvl4pPr marL="1371600" indent="0" algn="ctr">
              <a:buNone/>
              <a:defRPr lang="de-DE" sz="1600"/>
            </a:lvl4pPr>
            <a:lvl5pPr marL="1828800" indent="0" algn="ctr">
              <a:buNone/>
              <a:defRPr lang="de-DE" sz="1600"/>
            </a:lvl5pPr>
            <a:lvl6pPr marL="2286000" indent="0" algn="ctr">
              <a:buNone/>
              <a:defRPr lang="de-DE" sz="1600"/>
            </a:lvl6pPr>
            <a:lvl7pPr marL="2743200" indent="0" algn="ctr">
              <a:buNone/>
              <a:defRPr lang="de-DE" sz="1600"/>
            </a:lvl7pPr>
            <a:lvl8pPr marL="3200400" indent="0" algn="ctr">
              <a:buNone/>
              <a:defRPr lang="de-DE" sz="1600"/>
            </a:lvl8pPr>
            <a:lvl9pPr marL="3657600" indent="0" algn="ctr">
              <a:buNone/>
              <a:defRPr lang="de-DE" sz="1600"/>
            </a:lvl9pPr>
          </a:lstStyle>
          <a:p>
            <a:pPr rtl="0"/>
            <a:r>
              <a:rPr lang="de-DE"/>
              <a:t>Untertitel durch Klicken hinzufügen </a:t>
            </a:r>
          </a:p>
        </p:txBody>
      </p:sp>
      <p:sp>
        <p:nvSpPr>
          <p:cNvPr id="4" name="Datumsplatzhalter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lstStyle>
            <a:defPPr>
              <a:defRPr lang="de-DE"/>
            </a:defPPr>
          </a:lstStyle>
          <a:p>
            <a:pPr rtl="0"/>
            <a:endParaRPr lang="de-DE" dirty="0"/>
          </a:p>
        </p:txBody>
      </p:sp>
      <p:sp>
        <p:nvSpPr>
          <p:cNvPr id="5" name="Fußzeilenplatzhalt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lstStyle>
            <a:defPPr>
              <a:defRPr lang="de-DE"/>
            </a:defP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lstStyle>
            <a:defPPr>
              <a:defRPr lang="de-DE"/>
            </a:defPPr>
          </a:lstStyle>
          <a:p>
            <a:pPr rtl="0"/>
            <a:fld id="{DBA1B0FB-D917-4C8C-928F-313BD683BF39}" type="slidenum">
              <a:rPr lang="de-DE" smtClean="0"/>
              <a:t>‹Nr.›</a:t>
            </a:fld>
            <a:endParaRPr lang="de-DE" dirty="0"/>
          </a:p>
        </p:txBody>
      </p:sp>
      <p:sp>
        <p:nvSpPr>
          <p:cNvPr id="19" name="Freihandform: Form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0" name="Ellipse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25" name="Ellipse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nvGrpSpPr>
          <p:cNvPr id="34" name="Gruppieren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29952" y="4524379"/>
            <a:ext cx="1980001" cy="1363916"/>
            <a:chOff x="4879602" y="3781429"/>
            <a:chExt cx="1980001" cy="1363916"/>
          </a:xfrm>
        </p:grpSpPr>
        <p:sp>
          <p:nvSpPr>
            <p:cNvPr id="35" name="Freihandform: Form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p>
          </p:txBody>
        </p:sp>
        <p:sp>
          <p:nvSpPr>
            <p:cNvPr id="36" name="Freihandform: Form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dirty="0">
                <a:solidFill>
                  <a:schemeClr val="tx1"/>
                </a:solidFill>
              </a:endParaRPr>
            </a:p>
          </p:txBody>
        </p:sp>
        <p:sp>
          <p:nvSpPr>
            <p:cNvPr id="37" name="Ellipse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sp>
          <p:nvSpPr>
            <p:cNvPr id="38" name="Ellipse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de-DE"/>
              </a:defPPr>
            </a:lstStyle>
            <a:p>
              <a:pPr algn="ctr" rtl="0"/>
              <a:endParaRPr lang="de-DE" dirty="0"/>
            </a:p>
          </p:txBody>
        </p:sp>
      </p:grpSp>
    </p:spTree>
    <p:extLst>
      <p:ext uri="{BB962C8B-B14F-4D97-AF65-F5344CB8AC3E}">
        <p14:creationId xmlns:p14="http://schemas.microsoft.com/office/powerpoint/2010/main" val="34123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defPPr>
              <a:defRPr lang="de-DE"/>
            </a:defPPr>
          </a:lstStyle>
          <a:p>
            <a:pPr lvl="0" rtl="0">
              <a:lnSpc>
                <a:spcPct val="100000"/>
              </a:lnSpc>
            </a:pPr>
            <a:r>
              <a:rPr lang="de-DE"/>
              <a:t>Titelmasterformat durch Klicken bearbeiten</a:t>
            </a:r>
            <a:endParaRPr lang="de-DE" dirty="0"/>
          </a:p>
        </p:txBody>
      </p:sp>
      <p:sp>
        <p:nvSpPr>
          <p:cNvPr id="3" name="Textplatzhalt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Datumsplatzhalt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lang="de-DE" sz="1000">
                <a:solidFill>
                  <a:schemeClr val="tx1">
                    <a:alpha val="80000"/>
                  </a:schemeClr>
                </a:solidFill>
              </a:defRPr>
            </a:lvl1pPr>
          </a:lstStyle>
          <a:p>
            <a:pPr rtl="0"/>
            <a:endParaRPr lang="de-DE" dirty="0"/>
          </a:p>
        </p:txBody>
      </p:sp>
      <p:sp>
        <p:nvSpPr>
          <p:cNvPr id="5" name="Fußzeilenplatzhalt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lang="de-DE" sz="1000">
                <a:solidFill>
                  <a:schemeClr val="tx1">
                    <a:alpha val="80000"/>
                  </a:schemeClr>
                </a:solidFill>
              </a:defRPr>
            </a:lvl1p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lang="de-DE" sz="1000">
                <a:solidFill>
                  <a:schemeClr val="tx1">
                    <a:alpha val="80000"/>
                  </a:schemeClr>
                </a:solidFill>
              </a:defRPr>
            </a:lvl1pPr>
          </a:lstStyle>
          <a:p>
            <a:pPr rtl="0"/>
            <a:fld id="{DBA1B0FB-D917-4C8C-928F-313BD683BF39}" type="slidenum">
              <a:rPr lang="de-DE" smtClean="0"/>
              <a:pPr rtl="0"/>
              <a:t>‹Nr.›</a:t>
            </a:fld>
            <a:endParaRPr lang="de-DE" dirty="0"/>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6" r:id="rId3"/>
    <p:sldLayoutId id="2147483703" r:id="rId4"/>
    <p:sldLayoutId id="2147483704" r:id="rId5"/>
    <p:sldLayoutId id="2147483688" r:id="rId6"/>
    <p:sldLayoutId id="2147483701" r:id="rId7"/>
    <p:sldLayoutId id="2147483686" r:id="rId8"/>
    <p:sldLayoutId id="2147483685" r:id="rId9"/>
  </p:sldLayoutIdLst>
  <p:hf hdr="0" dt="0"/>
  <p:txStyles>
    <p:titleStyle>
      <a:lvl1pPr algn="l" defTabSz="914400" rtl="0" eaLnBrk="1" latinLnBrk="0" hangingPunct="1">
        <a:lnSpc>
          <a:spcPct val="90000"/>
        </a:lnSpc>
        <a:spcBef>
          <a:spcPct val="0"/>
        </a:spcBef>
        <a:buNone/>
        <a:defRPr lang="de-DE"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lang="de-DE"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de-DE"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de-DE"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de-DE"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de-DE"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0047101-8D42-6100-9CEA-AEC0FAEAB606}"/>
              </a:ext>
            </a:extLst>
          </p:cNvPr>
          <p:cNvSpPr>
            <a:spLocks noGrp="1"/>
          </p:cNvSpPr>
          <p:nvPr>
            <p:ph type="title"/>
          </p:nvPr>
        </p:nvSpPr>
        <p:spPr>
          <a:xfrm>
            <a:off x="7018020" y="662937"/>
            <a:ext cx="4624442" cy="5542025"/>
          </a:xfrm>
          <a:noFill/>
        </p:spPr>
        <p:txBody>
          <a:bodyPr rtlCol="0" anchor="ctr">
            <a:noAutofit/>
          </a:bodyPr>
          <a:lstStyle>
            <a:defPPr>
              <a:defRPr lang="de-DE"/>
            </a:defPPr>
          </a:lstStyle>
          <a:p>
            <a:pPr rtl="0"/>
            <a:r>
              <a:rPr lang="de-DE" dirty="0"/>
              <a:t>Lernen neu erleben: Bildungs-Escaperooms und Problem-Based Learning</a:t>
            </a:r>
          </a:p>
        </p:txBody>
      </p:sp>
      <p:pic>
        <p:nvPicPr>
          <p:cNvPr id="8" name="Bildplatzhalter 13" descr="Digitaler Hintergrund für Datenpunkte">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7936" r="7936"/>
          <a:stretch/>
        </p:blipFill>
        <p:spPr>
          <a:xfrm>
            <a:off x="0" y="0"/>
            <a:ext cx="6267450" cy="6858000"/>
          </a:xfrm>
        </p:spPr>
      </p:pic>
      <p:sp>
        <p:nvSpPr>
          <p:cNvPr id="2" name="Textfeld 1">
            <a:extLst>
              <a:ext uri="{FF2B5EF4-FFF2-40B4-BE49-F238E27FC236}">
                <a16:creationId xmlns:a16="http://schemas.microsoft.com/office/drawing/2014/main" id="{DB78E75D-1D49-B40E-18BD-1CD41FBB5D87}"/>
              </a:ext>
            </a:extLst>
          </p:cNvPr>
          <p:cNvSpPr txBox="1"/>
          <p:nvPr/>
        </p:nvSpPr>
        <p:spPr>
          <a:xfrm>
            <a:off x="7018020" y="5679188"/>
            <a:ext cx="3826753" cy="646331"/>
          </a:xfrm>
          <a:prstGeom prst="rect">
            <a:avLst/>
          </a:prstGeom>
          <a:noFill/>
        </p:spPr>
        <p:txBody>
          <a:bodyPr wrap="none" rtlCol="0">
            <a:spAutoFit/>
          </a:bodyPr>
          <a:lstStyle/>
          <a:p>
            <a:r>
              <a:rPr lang="de-DE" dirty="0"/>
              <a:t>Zwei Lernkonzepte für mehr Aktivität, </a:t>
            </a:r>
          </a:p>
          <a:p>
            <a:r>
              <a:rPr lang="de-DE" dirty="0"/>
              <a:t>Anwendung und Transfer</a:t>
            </a:r>
          </a:p>
        </p:txBody>
      </p:sp>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D5BE93-0252-3CC3-B567-14EC47EB8C7F}"/>
              </a:ext>
            </a:extLst>
          </p:cNvPr>
          <p:cNvSpPr>
            <a:spLocks noGrp="1"/>
          </p:cNvSpPr>
          <p:nvPr>
            <p:ph type="title"/>
          </p:nvPr>
        </p:nvSpPr>
        <p:spPr>
          <a:xfrm>
            <a:off x="550863" y="483924"/>
            <a:ext cx="11090275" cy="1684059"/>
          </a:xfrm>
        </p:spPr>
        <p:txBody>
          <a:bodyPr rtlCol="0"/>
          <a:lstStyle>
            <a:defPPr>
              <a:defRPr lang="de-DE"/>
            </a:defPPr>
          </a:lstStyle>
          <a:p>
            <a:pPr rtl="0"/>
            <a:r>
              <a:rPr lang="de-DE" dirty="0"/>
              <a:t>Inhalt</a:t>
            </a:r>
          </a:p>
        </p:txBody>
      </p:sp>
      <p:sp>
        <p:nvSpPr>
          <p:cNvPr id="3" name="Inhaltsplatzhalter 2">
            <a:extLst>
              <a:ext uri="{FF2B5EF4-FFF2-40B4-BE49-F238E27FC236}">
                <a16:creationId xmlns:a16="http://schemas.microsoft.com/office/drawing/2014/main" id="{1ABCA07C-1908-B1EB-82FA-EC63DAAF4CF4}"/>
              </a:ext>
            </a:extLst>
          </p:cNvPr>
          <p:cNvSpPr>
            <a:spLocks noGrp="1"/>
          </p:cNvSpPr>
          <p:nvPr>
            <p:ph sz="quarter" idx="13"/>
          </p:nvPr>
        </p:nvSpPr>
        <p:spPr>
          <a:xfrm>
            <a:off x="550863" y="2419350"/>
            <a:ext cx="11090274" cy="3913188"/>
          </a:xfrm>
        </p:spPr>
        <p:txBody>
          <a:bodyPr rtlCol="0">
            <a:normAutofit/>
          </a:bodyPr>
          <a:lstStyle>
            <a:defPPr>
              <a:defRPr lang="de-DE"/>
            </a:defPPr>
          </a:lstStyle>
          <a:p>
            <a:pPr rtl="0"/>
            <a:r>
              <a:rPr lang="de-DE" dirty="0"/>
              <a:t>Motivation</a:t>
            </a:r>
          </a:p>
          <a:p>
            <a:pPr rtl="0"/>
            <a:r>
              <a:rPr lang="de-DE" dirty="0"/>
              <a:t>Bildungs-Escaperoom </a:t>
            </a:r>
          </a:p>
          <a:p>
            <a:pPr rtl="0"/>
            <a:r>
              <a:rPr lang="de-DE" dirty="0"/>
              <a:t>Problem Based Learning</a:t>
            </a:r>
          </a:p>
          <a:p>
            <a:pPr rtl="0"/>
            <a:r>
              <a:rPr lang="de-DE" dirty="0"/>
              <a:t>Weitere Ansätze</a:t>
            </a:r>
          </a:p>
        </p:txBody>
      </p:sp>
      <p:sp>
        <p:nvSpPr>
          <p:cNvPr id="4" name="Fußzeilenplatzhalter 3">
            <a:extLst>
              <a:ext uri="{FF2B5EF4-FFF2-40B4-BE49-F238E27FC236}">
                <a16:creationId xmlns:a16="http://schemas.microsoft.com/office/drawing/2014/main" id="{F16538AA-0085-7A7E-2EE4-D4E2E6A68376}"/>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5" name="Foliennummernplatzhalter 4">
            <a:extLst>
              <a:ext uri="{FF2B5EF4-FFF2-40B4-BE49-F238E27FC236}">
                <a16:creationId xmlns:a16="http://schemas.microsoft.com/office/drawing/2014/main" id="{CC1A19DF-3445-8870-667A-82FAE3687B0A}"/>
              </a:ext>
            </a:extLst>
          </p:cNvPr>
          <p:cNvSpPr>
            <a:spLocks noGrp="1"/>
          </p:cNvSpPr>
          <p:nvPr>
            <p:ph type="sldNum" sz="quarter" idx="12"/>
          </p:nvPr>
        </p:nvSpPr>
        <p:spPr/>
        <p:txBody>
          <a:bodyPr/>
          <a:lstStyle/>
          <a:p>
            <a:pPr rtl="0"/>
            <a:fld id="{DBA1B0FB-D917-4C8C-928F-313BD683BF39}" type="slidenum">
              <a:rPr lang="de-DE" smtClean="0"/>
              <a:t>2</a:t>
            </a:fld>
            <a:endParaRPr lang="de-DE" dirty="0"/>
          </a:p>
        </p:txBody>
      </p:sp>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A0034E89-1952-5288-08A0-70A4A73BE39E}"/>
              </a:ext>
            </a:extLst>
          </p:cNvPr>
          <p:cNvSpPr>
            <a:spLocks noGrp="1"/>
          </p:cNvSpPr>
          <p:nvPr>
            <p:ph type="ctrTitle"/>
          </p:nvPr>
        </p:nvSpPr>
        <p:spPr>
          <a:xfrm>
            <a:off x="550863" y="4045464"/>
            <a:ext cx="11115355" cy="2286000"/>
          </a:xfrm>
          <a:noFill/>
        </p:spPr>
        <p:txBody>
          <a:bodyPr rtlCol="0" anchor="ctr"/>
          <a:lstStyle>
            <a:defPPr>
              <a:defRPr lang="de-DE"/>
            </a:defPPr>
          </a:lstStyle>
          <a:p>
            <a:pPr rtl="0"/>
            <a:r>
              <a:rPr lang="de-DE" dirty="0"/>
              <a:t>Motivation</a:t>
            </a:r>
          </a:p>
        </p:txBody>
      </p:sp>
      <p:pic>
        <p:nvPicPr>
          <p:cNvPr id="11" name="Bildplatzhalter 15" descr="Digitaler Hintergrund für Datenpunkte">
            <a:extLst>
              <a:ext uri="{FF2B5EF4-FFF2-40B4-BE49-F238E27FC236}">
                <a16:creationId xmlns:a16="http://schemas.microsoft.com/office/drawing/2014/main" id="{A496DCE5-C34A-22C2-A9D8-E90DFC8CE86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4594"/>
            <a:ext cx="12192000" cy="3771878"/>
          </a:xfrm>
        </p:spPr>
      </p:pic>
      <p:sp>
        <p:nvSpPr>
          <p:cNvPr id="2" name="Fußzeilenplatzhalter 1">
            <a:extLst>
              <a:ext uri="{FF2B5EF4-FFF2-40B4-BE49-F238E27FC236}">
                <a16:creationId xmlns:a16="http://schemas.microsoft.com/office/drawing/2014/main" id="{F1F0CA54-99DE-9AAE-FD1A-2B17266EF4E4}"/>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C66F9F4D-06F8-AD51-AA57-65A73F60C6C9}"/>
              </a:ext>
            </a:extLst>
          </p:cNvPr>
          <p:cNvSpPr>
            <a:spLocks noGrp="1"/>
          </p:cNvSpPr>
          <p:nvPr>
            <p:ph type="sldNum" sz="quarter" idx="12"/>
          </p:nvPr>
        </p:nvSpPr>
        <p:spPr/>
        <p:txBody>
          <a:bodyPr/>
          <a:lstStyle/>
          <a:p>
            <a:pPr rtl="0"/>
            <a:fld id="{CBD12358-51D2-46B3-9BDE-DF29528B9454}" type="slidenum">
              <a:rPr lang="de-DE" smtClean="0"/>
              <a:t>3</a:t>
            </a:fld>
            <a:endParaRPr lang="de-DE" dirty="0"/>
          </a:p>
        </p:txBody>
      </p:sp>
    </p:spTree>
    <p:extLst>
      <p:ext uri="{BB962C8B-B14F-4D97-AF65-F5344CB8AC3E}">
        <p14:creationId xmlns:p14="http://schemas.microsoft.com/office/powerpoint/2010/main" val="1839748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7781DBB3-DDE3-4937-ED4C-D95BF5AB92C3}"/>
              </a:ext>
            </a:extLst>
          </p:cNvPr>
          <p:cNvSpPr>
            <a:spLocks noGrp="1"/>
          </p:cNvSpPr>
          <p:nvPr>
            <p:ph type="title"/>
          </p:nvPr>
        </p:nvSpPr>
        <p:spPr>
          <a:xfrm>
            <a:off x="550863" y="483924"/>
            <a:ext cx="11090275" cy="673757"/>
          </a:xfrm>
        </p:spPr>
        <p:txBody>
          <a:bodyPr/>
          <a:lstStyle/>
          <a:p>
            <a:r>
              <a:rPr lang="de-DE" dirty="0"/>
              <a:t>Einflüsse fürs Lernen (nicht vollständig)</a:t>
            </a:r>
          </a:p>
        </p:txBody>
      </p:sp>
      <p:sp>
        <p:nvSpPr>
          <p:cNvPr id="10" name="Inhaltsplatzhalter 9">
            <a:extLst>
              <a:ext uri="{FF2B5EF4-FFF2-40B4-BE49-F238E27FC236}">
                <a16:creationId xmlns:a16="http://schemas.microsoft.com/office/drawing/2014/main" id="{EA34FCDF-8440-4603-ACCD-C6C2AD908B3D}"/>
              </a:ext>
            </a:extLst>
          </p:cNvPr>
          <p:cNvSpPr>
            <a:spLocks noGrp="1"/>
          </p:cNvSpPr>
          <p:nvPr>
            <p:ph sz="quarter" idx="13"/>
          </p:nvPr>
        </p:nvSpPr>
        <p:spPr>
          <a:xfrm>
            <a:off x="550863" y="1283516"/>
            <a:ext cx="3652021" cy="4455953"/>
          </a:xfrm>
        </p:spPr>
        <p:txBody>
          <a:bodyPr>
            <a:normAutofit fontScale="77500" lnSpcReduction="20000"/>
          </a:bodyPr>
          <a:lstStyle/>
          <a:p>
            <a:pPr marL="285750" indent="-285750">
              <a:buFont typeface="Arial" panose="020B0604020202020204" pitchFamily="34" charset="0"/>
              <a:buChar char="•"/>
            </a:pPr>
            <a:r>
              <a:rPr lang="de-DE" dirty="0"/>
              <a:t>Motivation</a:t>
            </a:r>
          </a:p>
          <a:p>
            <a:pPr marL="285750" indent="-285750">
              <a:buFont typeface="Arial" panose="020B0604020202020204" pitchFamily="34" charset="0"/>
              <a:buChar char="•"/>
            </a:pPr>
            <a:r>
              <a:rPr lang="de-DE" dirty="0"/>
              <a:t>Lernstrategien </a:t>
            </a:r>
          </a:p>
          <a:p>
            <a:pPr marL="285750" indent="-285750">
              <a:buFont typeface="Arial" panose="020B0604020202020204" pitchFamily="34" charset="0"/>
              <a:buChar char="•"/>
            </a:pPr>
            <a:r>
              <a:rPr lang="de-DE" dirty="0"/>
              <a:t>Konzentration/Aufmerksamkeit</a:t>
            </a:r>
          </a:p>
          <a:p>
            <a:pPr marL="285750" indent="-285750">
              <a:buFont typeface="Arial" panose="020B0604020202020204" pitchFamily="34" charset="0"/>
              <a:buChar char="•"/>
            </a:pPr>
            <a:r>
              <a:rPr lang="de-DE" dirty="0"/>
              <a:t>Vorwissen </a:t>
            </a:r>
          </a:p>
          <a:p>
            <a:pPr marL="285750" indent="-285750">
              <a:buFont typeface="Arial" panose="020B0604020202020204" pitchFamily="34" charset="0"/>
              <a:buChar char="•"/>
            </a:pPr>
            <a:r>
              <a:rPr lang="de-DE" dirty="0"/>
              <a:t>Emotionen </a:t>
            </a:r>
          </a:p>
          <a:p>
            <a:pPr marL="285750" indent="-285750">
              <a:buFont typeface="Arial" panose="020B0604020202020204" pitchFamily="34" charset="0"/>
              <a:buChar char="•"/>
            </a:pPr>
            <a:r>
              <a:rPr lang="de-DE" dirty="0"/>
              <a:t>Stimmung</a:t>
            </a:r>
          </a:p>
          <a:p>
            <a:pPr marL="285750" indent="-285750">
              <a:buFont typeface="Arial" panose="020B0604020202020204" pitchFamily="34" charset="0"/>
              <a:buChar char="•"/>
            </a:pPr>
            <a:r>
              <a:rPr lang="de-DE" dirty="0"/>
              <a:t>Gesundheitszustand</a:t>
            </a:r>
          </a:p>
          <a:p>
            <a:pPr marL="285750" indent="-285750">
              <a:buFont typeface="Arial" panose="020B0604020202020204" pitchFamily="34" charset="0"/>
              <a:buChar char="•"/>
            </a:pPr>
            <a:r>
              <a:rPr lang="de-DE" dirty="0"/>
              <a:t>Schlaf(</a:t>
            </a:r>
            <a:r>
              <a:rPr lang="de-DE" dirty="0" err="1"/>
              <a:t>qualität</a:t>
            </a:r>
            <a:r>
              <a:rPr lang="de-DE" dirty="0"/>
              <a:t>)</a:t>
            </a:r>
          </a:p>
          <a:p>
            <a:pPr marL="285750" indent="-285750">
              <a:buFont typeface="Arial" panose="020B0604020202020204" pitchFamily="34" charset="0"/>
              <a:buChar char="•"/>
            </a:pPr>
            <a:r>
              <a:rPr lang="de-DE" dirty="0"/>
              <a:t>Gehirnstrukturen</a:t>
            </a:r>
          </a:p>
          <a:p>
            <a:pPr marL="285750" indent="-285750">
              <a:buFont typeface="Arial" panose="020B0604020202020204" pitchFamily="34" charset="0"/>
              <a:buChar char="•"/>
            </a:pPr>
            <a:r>
              <a:rPr lang="de-DE" dirty="0"/>
              <a:t>Soft- und </a:t>
            </a:r>
            <a:r>
              <a:rPr lang="de-DE" dirty="0" err="1"/>
              <a:t>Hardskills</a:t>
            </a:r>
            <a:endParaRPr lang="de-DE" dirty="0"/>
          </a:p>
          <a:p>
            <a:pPr marL="285750" indent="-285750">
              <a:buFont typeface="Arial" panose="020B0604020202020204" pitchFamily="34" charset="0"/>
              <a:buChar char="•"/>
            </a:pPr>
            <a:r>
              <a:rPr lang="de-DE" dirty="0"/>
              <a:t>Neurodivergenz</a:t>
            </a:r>
          </a:p>
        </p:txBody>
      </p:sp>
      <p:sp>
        <p:nvSpPr>
          <p:cNvPr id="11" name="Inhaltsplatzhalter 9">
            <a:extLst>
              <a:ext uri="{FF2B5EF4-FFF2-40B4-BE49-F238E27FC236}">
                <a16:creationId xmlns:a16="http://schemas.microsoft.com/office/drawing/2014/main" id="{8E22D2FA-D7F7-43E4-3FFA-2AF4AB9CBB17}"/>
              </a:ext>
            </a:extLst>
          </p:cNvPr>
          <p:cNvSpPr txBox="1">
            <a:spLocks/>
          </p:cNvSpPr>
          <p:nvPr/>
        </p:nvSpPr>
        <p:spPr>
          <a:xfrm>
            <a:off x="4202884" y="1283516"/>
            <a:ext cx="3652021" cy="4110605"/>
          </a:xfrm>
          <a:prstGeom prst="rect">
            <a:avLst/>
          </a:prstGeom>
        </p:spPr>
        <p:txBody>
          <a:bodyPr vert="horz" wrap="square" lIns="0" tIns="0" rIns="0" bIns="0" rtlCol="0">
            <a:normAutofit fontScale="77500" lnSpcReduction="20000"/>
          </a:bodyPr>
          <a:lstStyle>
            <a:defPPr>
              <a:defRPr lang="de-DE"/>
            </a:defPPr>
            <a:lvl1pPr marL="0" indent="0" algn="l" defTabSz="914400" rtl="0" eaLnBrk="1" latinLnBrk="0" hangingPunct="1">
              <a:lnSpc>
                <a:spcPct val="110000"/>
              </a:lnSpc>
              <a:spcBef>
                <a:spcPts val="1000"/>
              </a:spcBef>
              <a:spcAft>
                <a:spcPts val="800"/>
              </a:spcAft>
              <a:buFont typeface="Arial" panose="020B0604020202020204" pitchFamily="34" charset="0"/>
              <a:buNone/>
              <a:defRPr lang="de-DE"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285750" indent="-285750">
              <a:buFont typeface="Arial" panose="020B0604020202020204" pitchFamily="34" charset="0"/>
              <a:buChar char="•"/>
            </a:pPr>
            <a:r>
              <a:rPr lang="de-DE" dirty="0"/>
              <a:t>Zeit</a:t>
            </a:r>
          </a:p>
          <a:p>
            <a:pPr marL="285750" indent="-285750">
              <a:buFont typeface="Arial" panose="020B0604020202020204" pitchFamily="34" charset="0"/>
              <a:buChar char="•"/>
            </a:pPr>
            <a:r>
              <a:rPr lang="de-DE" dirty="0"/>
              <a:t>Zeitmanagement </a:t>
            </a:r>
          </a:p>
          <a:p>
            <a:pPr marL="285750" indent="-285750">
              <a:buFont typeface="Arial" panose="020B0604020202020204" pitchFamily="34" charset="0"/>
              <a:buChar char="•"/>
            </a:pPr>
            <a:r>
              <a:rPr lang="de-DE" dirty="0"/>
              <a:t>Soziales Umfeld</a:t>
            </a:r>
          </a:p>
          <a:p>
            <a:pPr marL="285750" indent="-285750">
              <a:buFont typeface="Arial" panose="020B0604020202020204" pitchFamily="34" charset="0"/>
              <a:buChar char="•"/>
            </a:pPr>
            <a:r>
              <a:rPr lang="de-DE" dirty="0"/>
              <a:t>Individuelle Interessen </a:t>
            </a:r>
          </a:p>
          <a:p>
            <a:pPr marL="285750" indent="-285750">
              <a:buFont typeface="Arial" panose="020B0604020202020204" pitchFamily="34" charset="0"/>
              <a:buChar char="•"/>
            </a:pPr>
            <a:r>
              <a:rPr lang="de-DE" dirty="0"/>
              <a:t>Individuelle Fähigkeiten</a:t>
            </a:r>
          </a:p>
          <a:p>
            <a:pPr marL="285750" indent="-285750">
              <a:buFont typeface="Arial" panose="020B0604020202020204" pitchFamily="34" charset="0"/>
              <a:buChar char="•"/>
            </a:pPr>
            <a:r>
              <a:rPr lang="de-DE" dirty="0"/>
              <a:t>Ziele</a:t>
            </a:r>
          </a:p>
          <a:p>
            <a:pPr marL="285750" indent="-285750">
              <a:buFont typeface="Arial" panose="020B0604020202020204" pitchFamily="34" charset="0"/>
              <a:buChar char="•"/>
            </a:pPr>
            <a:r>
              <a:rPr lang="de-DE" dirty="0"/>
              <a:t>Erwartungen</a:t>
            </a:r>
          </a:p>
          <a:p>
            <a:pPr marL="285750" indent="-285750">
              <a:buFont typeface="Arial" panose="020B0604020202020204" pitchFamily="34" charset="0"/>
              <a:buChar char="•"/>
            </a:pPr>
            <a:r>
              <a:rPr lang="de-DE" dirty="0"/>
              <a:t>Feedback und Feedbackkultur</a:t>
            </a:r>
          </a:p>
          <a:p>
            <a:pPr marL="285750" indent="-285750">
              <a:buFont typeface="Arial" panose="020B0604020202020204" pitchFamily="34" charset="0"/>
              <a:buChar char="•"/>
            </a:pPr>
            <a:r>
              <a:rPr lang="de-DE" dirty="0"/>
              <a:t>Gruppendynamiken</a:t>
            </a:r>
          </a:p>
          <a:p>
            <a:pPr marL="285750" indent="-285750">
              <a:buFont typeface="Arial" panose="020B0604020202020204" pitchFamily="34" charset="0"/>
              <a:buChar char="•"/>
            </a:pPr>
            <a:r>
              <a:rPr lang="de-DE" dirty="0"/>
              <a:t>Lerntypen</a:t>
            </a:r>
          </a:p>
        </p:txBody>
      </p:sp>
      <p:sp>
        <p:nvSpPr>
          <p:cNvPr id="12" name="Inhaltsplatzhalter 9">
            <a:extLst>
              <a:ext uri="{FF2B5EF4-FFF2-40B4-BE49-F238E27FC236}">
                <a16:creationId xmlns:a16="http://schemas.microsoft.com/office/drawing/2014/main" id="{D3D2353D-8162-7F54-8865-335559AC24B1}"/>
              </a:ext>
            </a:extLst>
          </p:cNvPr>
          <p:cNvSpPr txBox="1">
            <a:spLocks/>
          </p:cNvSpPr>
          <p:nvPr/>
        </p:nvSpPr>
        <p:spPr>
          <a:xfrm>
            <a:off x="7989118" y="1283516"/>
            <a:ext cx="3652021" cy="4455953"/>
          </a:xfrm>
          <a:prstGeom prst="rect">
            <a:avLst/>
          </a:prstGeom>
        </p:spPr>
        <p:txBody>
          <a:bodyPr vert="horz" wrap="square" lIns="0" tIns="0" rIns="0" bIns="0" rtlCol="0">
            <a:normAutofit fontScale="77500" lnSpcReduction="20000"/>
          </a:bodyPr>
          <a:lstStyle>
            <a:defPPr>
              <a:defRPr lang="de-DE"/>
            </a:defPPr>
            <a:lvl1pPr marL="0" indent="0" algn="l" defTabSz="914400" rtl="0" eaLnBrk="1" latinLnBrk="0" hangingPunct="1">
              <a:lnSpc>
                <a:spcPct val="110000"/>
              </a:lnSpc>
              <a:spcBef>
                <a:spcPts val="1000"/>
              </a:spcBef>
              <a:spcAft>
                <a:spcPts val="800"/>
              </a:spcAft>
              <a:buFont typeface="Arial" panose="020B0604020202020204" pitchFamily="34" charset="0"/>
              <a:buNone/>
              <a:defRPr lang="de-DE"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285750" indent="-285750">
              <a:buFont typeface="Arial" panose="020B0604020202020204" pitchFamily="34" charset="0"/>
              <a:buChar char="•"/>
            </a:pPr>
            <a:r>
              <a:rPr lang="de-DE" dirty="0"/>
              <a:t>Stress</a:t>
            </a:r>
          </a:p>
          <a:p>
            <a:pPr marL="285750" indent="-285750">
              <a:buFont typeface="Arial" panose="020B0604020202020204" pitchFamily="34" charset="0"/>
              <a:buChar char="•"/>
            </a:pPr>
            <a:r>
              <a:rPr lang="de-DE" dirty="0"/>
              <a:t>(Selbst-)Vertrauen</a:t>
            </a:r>
          </a:p>
          <a:p>
            <a:pPr marL="285750" indent="-285750">
              <a:buFont typeface="Arial" panose="020B0604020202020204" pitchFamily="34" charset="0"/>
              <a:buChar char="•"/>
            </a:pPr>
            <a:r>
              <a:rPr lang="de-DE" dirty="0"/>
              <a:t>Neugier</a:t>
            </a:r>
          </a:p>
          <a:p>
            <a:pPr marL="285750" indent="-285750">
              <a:buFont typeface="Arial" panose="020B0604020202020204" pitchFamily="34" charset="0"/>
              <a:buChar char="•"/>
            </a:pPr>
            <a:r>
              <a:rPr lang="de-DE" dirty="0"/>
              <a:t>Anforderungen</a:t>
            </a:r>
          </a:p>
          <a:p>
            <a:pPr marL="285750" indent="-285750">
              <a:buFont typeface="Arial" panose="020B0604020202020204" pitchFamily="34" charset="0"/>
              <a:buChar char="•"/>
            </a:pPr>
            <a:r>
              <a:rPr lang="de-DE" dirty="0"/>
              <a:t>Lernpausen </a:t>
            </a:r>
          </a:p>
          <a:p>
            <a:pPr marL="285750" indent="-285750">
              <a:buFont typeface="Arial" panose="020B0604020202020204" pitchFamily="34" charset="0"/>
              <a:buChar char="•"/>
            </a:pPr>
            <a:r>
              <a:rPr lang="de-DE" dirty="0"/>
              <a:t>Praktischer Bezug</a:t>
            </a:r>
          </a:p>
          <a:p>
            <a:pPr marL="285750" indent="-285750">
              <a:buFont typeface="Arial" panose="020B0604020202020204" pitchFamily="34" charset="0"/>
              <a:buChar char="•"/>
            </a:pPr>
            <a:r>
              <a:rPr lang="de-DE" dirty="0"/>
              <a:t>Fehlerkultur </a:t>
            </a:r>
          </a:p>
          <a:p>
            <a:pPr marL="285750" indent="-285750">
              <a:buFont typeface="Arial" panose="020B0604020202020204" pitchFamily="34" charset="0"/>
              <a:buChar char="•"/>
            </a:pPr>
            <a:r>
              <a:rPr lang="de-DE" dirty="0"/>
              <a:t>Aktives Lernen</a:t>
            </a:r>
          </a:p>
          <a:p>
            <a:pPr marL="285750" indent="-285750">
              <a:buFont typeface="Arial" panose="020B0604020202020204" pitchFamily="34" charset="0"/>
              <a:buChar char="•"/>
            </a:pPr>
            <a:r>
              <a:rPr lang="de-DE" dirty="0"/>
              <a:t>Lerntransfer</a:t>
            </a:r>
          </a:p>
          <a:p>
            <a:pPr marL="285750" indent="-285750">
              <a:buFont typeface="Arial" panose="020B0604020202020204" pitchFamily="34" charset="0"/>
              <a:buChar char="•"/>
            </a:pPr>
            <a:r>
              <a:rPr lang="de-DE" dirty="0"/>
              <a:t>Flow</a:t>
            </a:r>
          </a:p>
          <a:p>
            <a:pPr marL="285750" indent="-285750">
              <a:buFont typeface="Arial" panose="020B0604020202020204" pitchFamily="34" charset="0"/>
              <a:buChar char="•"/>
            </a:pPr>
            <a:r>
              <a:rPr lang="de-DE" dirty="0"/>
              <a:t>Wahrnehmung</a:t>
            </a:r>
          </a:p>
        </p:txBody>
      </p:sp>
      <p:sp>
        <p:nvSpPr>
          <p:cNvPr id="13" name="Inhaltsplatzhalter 9">
            <a:extLst>
              <a:ext uri="{FF2B5EF4-FFF2-40B4-BE49-F238E27FC236}">
                <a16:creationId xmlns:a16="http://schemas.microsoft.com/office/drawing/2014/main" id="{811B9C33-D7F4-6DAF-71B1-E4D0DC6C16CD}"/>
              </a:ext>
            </a:extLst>
          </p:cNvPr>
          <p:cNvSpPr txBox="1">
            <a:spLocks/>
          </p:cNvSpPr>
          <p:nvPr/>
        </p:nvSpPr>
        <p:spPr>
          <a:xfrm>
            <a:off x="4202884" y="5739469"/>
            <a:ext cx="3652021" cy="459995"/>
          </a:xfrm>
          <a:prstGeom prst="rect">
            <a:avLst/>
          </a:prstGeom>
        </p:spPr>
        <p:txBody>
          <a:bodyPr vert="horz" wrap="square" lIns="0" tIns="0" rIns="0" bIns="0" rtlCol="0">
            <a:normAutofit/>
          </a:bodyPr>
          <a:lstStyle>
            <a:defPPr>
              <a:defRPr lang="de-DE"/>
            </a:defPPr>
            <a:lvl1pPr marL="0" indent="0" algn="l" defTabSz="914400" rtl="0" eaLnBrk="1" latinLnBrk="0" hangingPunct="1">
              <a:lnSpc>
                <a:spcPct val="110000"/>
              </a:lnSpc>
              <a:spcBef>
                <a:spcPts val="1000"/>
              </a:spcBef>
              <a:spcAft>
                <a:spcPts val="800"/>
              </a:spcAft>
              <a:buFont typeface="Arial" panose="020B0604020202020204" pitchFamily="34" charset="0"/>
              <a:buNone/>
              <a:defRPr lang="de-DE"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de-DE"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285750" indent="-285750">
              <a:buFont typeface="Arial" panose="020B0604020202020204" pitchFamily="34" charset="0"/>
              <a:buChar char="•"/>
            </a:pPr>
            <a:r>
              <a:rPr lang="de-DE" dirty="0">
                <a:solidFill>
                  <a:srgbClr val="00B0F0"/>
                </a:solidFill>
              </a:rPr>
              <a:t>LERNUMGEBUNG</a:t>
            </a:r>
          </a:p>
        </p:txBody>
      </p:sp>
      <p:sp>
        <p:nvSpPr>
          <p:cNvPr id="2" name="Fußzeilenplatzhalter 1">
            <a:extLst>
              <a:ext uri="{FF2B5EF4-FFF2-40B4-BE49-F238E27FC236}">
                <a16:creationId xmlns:a16="http://schemas.microsoft.com/office/drawing/2014/main" id="{D31F92A5-85FC-7C6E-36D0-180ECFA811CA}"/>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3" name="Foliennummernplatzhalter 2">
            <a:extLst>
              <a:ext uri="{FF2B5EF4-FFF2-40B4-BE49-F238E27FC236}">
                <a16:creationId xmlns:a16="http://schemas.microsoft.com/office/drawing/2014/main" id="{F30905DF-56AF-29F0-F576-ADDD0D5203E9}"/>
              </a:ext>
            </a:extLst>
          </p:cNvPr>
          <p:cNvSpPr>
            <a:spLocks noGrp="1"/>
          </p:cNvSpPr>
          <p:nvPr>
            <p:ph type="sldNum" sz="quarter" idx="12"/>
          </p:nvPr>
        </p:nvSpPr>
        <p:spPr/>
        <p:txBody>
          <a:bodyPr/>
          <a:lstStyle/>
          <a:p>
            <a:pPr rtl="0"/>
            <a:fld id="{DBA1B0FB-D917-4C8C-928F-313BD683BF39}" type="slidenum">
              <a:rPr lang="de-DE" smtClean="0"/>
              <a:t>4</a:t>
            </a:fld>
            <a:endParaRPr lang="de-DE" dirty="0"/>
          </a:p>
        </p:txBody>
      </p:sp>
    </p:spTree>
    <p:extLst>
      <p:ext uri="{BB962C8B-B14F-4D97-AF65-F5344CB8AC3E}">
        <p14:creationId xmlns:p14="http://schemas.microsoft.com/office/powerpoint/2010/main" val="1790641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A68C6-23A8-B73B-9043-5375C11AD9D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9B50FE9-E692-53B4-5B33-D46A59B34DFE}"/>
              </a:ext>
            </a:extLst>
          </p:cNvPr>
          <p:cNvSpPr>
            <a:spLocks noGrp="1"/>
          </p:cNvSpPr>
          <p:nvPr>
            <p:ph type="ctrTitle"/>
          </p:nvPr>
        </p:nvSpPr>
        <p:spPr>
          <a:xfrm>
            <a:off x="550863" y="4045464"/>
            <a:ext cx="11115355" cy="2286000"/>
          </a:xfrm>
          <a:noFill/>
        </p:spPr>
        <p:txBody>
          <a:bodyPr rtlCol="0" anchor="ctr"/>
          <a:lstStyle>
            <a:defPPr>
              <a:defRPr lang="de-DE"/>
            </a:defPPr>
          </a:lstStyle>
          <a:p>
            <a:pPr rtl="0"/>
            <a:r>
              <a:rPr lang="de-DE" dirty="0"/>
              <a:t>Bildungs-Escaperoom</a:t>
            </a:r>
          </a:p>
        </p:txBody>
      </p:sp>
      <p:pic>
        <p:nvPicPr>
          <p:cNvPr id="11" name="Bildplatzhalter 15" descr="Digitaler Hintergrund für Datenpunkte">
            <a:extLst>
              <a:ext uri="{FF2B5EF4-FFF2-40B4-BE49-F238E27FC236}">
                <a16:creationId xmlns:a16="http://schemas.microsoft.com/office/drawing/2014/main" id="{DDACB2D2-7DD1-3E36-EE0D-828AB320608E}"/>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4594"/>
            <a:ext cx="12192000" cy="3771878"/>
          </a:xfrm>
        </p:spPr>
      </p:pic>
      <p:sp>
        <p:nvSpPr>
          <p:cNvPr id="2" name="Fußzeilenplatzhalter 1">
            <a:extLst>
              <a:ext uri="{FF2B5EF4-FFF2-40B4-BE49-F238E27FC236}">
                <a16:creationId xmlns:a16="http://schemas.microsoft.com/office/drawing/2014/main" id="{C8E0910F-443B-7500-45BD-E331E84AB87F}"/>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1D59E2DC-A509-B123-98DC-3E804FF2E13A}"/>
              </a:ext>
            </a:extLst>
          </p:cNvPr>
          <p:cNvSpPr>
            <a:spLocks noGrp="1"/>
          </p:cNvSpPr>
          <p:nvPr>
            <p:ph type="sldNum" sz="quarter" idx="12"/>
          </p:nvPr>
        </p:nvSpPr>
        <p:spPr/>
        <p:txBody>
          <a:bodyPr/>
          <a:lstStyle/>
          <a:p>
            <a:pPr rtl="0"/>
            <a:fld id="{CBD12358-51D2-46B3-9BDE-DF29528B9454}" type="slidenum">
              <a:rPr lang="de-DE" smtClean="0"/>
              <a:t>5</a:t>
            </a:fld>
            <a:endParaRPr lang="de-DE" dirty="0"/>
          </a:p>
        </p:txBody>
      </p:sp>
    </p:spTree>
    <p:extLst>
      <p:ext uri="{BB962C8B-B14F-4D97-AF65-F5344CB8AC3E}">
        <p14:creationId xmlns:p14="http://schemas.microsoft.com/office/powerpoint/2010/main" val="3428736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76CC09F-7383-3A4C-555C-35DA0BB4B76E}"/>
              </a:ext>
            </a:extLst>
          </p:cNvPr>
          <p:cNvSpPr>
            <a:spLocks noGrp="1"/>
          </p:cNvSpPr>
          <p:nvPr>
            <p:ph type="title"/>
          </p:nvPr>
        </p:nvSpPr>
        <p:spPr>
          <a:xfrm>
            <a:off x="550863" y="508635"/>
            <a:ext cx="11090274" cy="1332000"/>
          </a:xfrm>
        </p:spPr>
        <p:txBody>
          <a:bodyPr rtlCol="0"/>
          <a:lstStyle>
            <a:defPPr>
              <a:defRPr lang="de-DE"/>
            </a:defPPr>
          </a:lstStyle>
          <a:p>
            <a:pPr rtl="0"/>
            <a:r>
              <a:rPr lang="de-DE" dirty="0"/>
              <a:t>Was ist ein Escaperoom?</a:t>
            </a:r>
          </a:p>
        </p:txBody>
      </p:sp>
      <p:sp>
        <p:nvSpPr>
          <p:cNvPr id="6" name="Inhaltsplatzhalter 5">
            <a:extLst>
              <a:ext uri="{FF2B5EF4-FFF2-40B4-BE49-F238E27FC236}">
                <a16:creationId xmlns:a16="http://schemas.microsoft.com/office/drawing/2014/main" id="{9BE7E655-DBBE-1E38-D543-EB34028F2F2B}"/>
              </a:ext>
            </a:extLst>
          </p:cNvPr>
          <p:cNvSpPr>
            <a:spLocks noGrp="1"/>
          </p:cNvSpPr>
          <p:nvPr>
            <p:ph sz="half" idx="1"/>
          </p:nvPr>
        </p:nvSpPr>
        <p:spPr>
          <a:xfrm>
            <a:off x="550862" y="2097175"/>
            <a:ext cx="9960544" cy="3028498"/>
          </a:xfrm>
        </p:spPr>
        <p:txBody>
          <a:bodyPr rtlCol="0">
            <a:normAutofit/>
          </a:bodyPr>
          <a:lstStyle>
            <a:defPPr>
              <a:defRPr lang="de-DE"/>
            </a:defPPr>
          </a:lstStyle>
          <a:p>
            <a:pPr marL="0" lvl="1" indent="0" rtl="0">
              <a:buNone/>
            </a:pPr>
            <a:r>
              <a:rPr lang="de-DE" dirty="0"/>
              <a:t>Ein Escaperoom ist ein Spiel, bei dem eine Gruppe von Personen innerhalb einer bestimmten Zeit verschiedene Rätsel,  Aufgaben und Hinweise lösen muss, um ein gemeinsames Ziel zu erreichen – meist einen Raum zu verlassen oder eine Mission erfolgreich abzuschließen. Dabei sind Teamarbeit, Kommunikation, logisches Denken und Kreativität besonders wichtig. </a:t>
            </a:r>
          </a:p>
        </p:txBody>
      </p:sp>
      <p:sp>
        <p:nvSpPr>
          <p:cNvPr id="2" name="Fußzeilenplatzhalter 1">
            <a:extLst>
              <a:ext uri="{FF2B5EF4-FFF2-40B4-BE49-F238E27FC236}">
                <a16:creationId xmlns:a16="http://schemas.microsoft.com/office/drawing/2014/main" id="{B2512BA3-9408-6F15-ED56-44D62CEC90C9}"/>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14EAB1E3-CABD-344A-8FAD-C3317916E4A2}"/>
              </a:ext>
            </a:extLst>
          </p:cNvPr>
          <p:cNvSpPr>
            <a:spLocks noGrp="1"/>
          </p:cNvSpPr>
          <p:nvPr>
            <p:ph type="sldNum" sz="quarter" idx="12"/>
          </p:nvPr>
        </p:nvSpPr>
        <p:spPr/>
        <p:txBody>
          <a:bodyPr/>
          <a:lstStyle/>
          <a:p>
            <a:pPr rtl="0"/>
            <a:fld id="{DBA1B0FB-D917-4C8C-928F-313BD683BF39}" type="slidenum">
              <a:rPr lang="de-DE" smtClean="0"/>
              <a:t>6</a:t>
            </a:fld>
            <a:endParaRPr lang="de-DE" dirty="0"/>
          </a:p>
        </p:txBody>
      </p:sp>
    </p:spTree>
    <p:extLst>
      <p:ext uri="{BB962C8B-B14F-4D97-AF65-F5344CB8AC3E}">
        <p14:creationId xmlns:p14="http://schemas.microsoft.com/office/powerpoint/2010/main" val="3353460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8E5FB-5D03-8971-C183-990E9253242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6F5F673-B84F-0C70-4196-F75A0DD114EA}"/>
              </a:ext>
            </a:extLst>
          </p:cNvPr>
          <p:cNvSpPr>
            <a:spLocks noGrp="1"/>
          </p:cNvSpPr>
          <p:nvPr>
            <p:ph type="title"/>
          </p:nvPr>
        </p:nvSpPr>
        <p:spPr>
          <a:xfrm>
            <a:off x="550863" y="508635"/>
            <a:ext cx="11090274" cy="1332000"/>
          </a:xfrm>
        </p:spPr>
        <p:txBody>
          <a:bodyPr rtlCol="0"/>
          <a:lstStyle>
            <a:defPPr>
              <a:defRPr lang="de-DE"/>
            </a:defPPr>
          </a:lstStyle>
          <a:p>
            <a:pPr rtl="0"/>
            <a:r>
              <a:rPr lang="de-DE" dirty="0"/>
              <a:t>Was ist ein Bildungs-Escaperoom?</a:t>
            </a:r>
          </a:p>
        </p:txBody>
      </p:sp>
      <p:sp>
        <p:nvSpPr>
          <p:cNvPr id="6" name="Inhaltsplatzhalter 5">
            <a:extLst>
              <a:ext uri="{FF2B5EF4-FFF2-40B4-BE49-F238E27FC236}">
                <a16:creationId xmlns:a16="http://schemas.microsoft.com/office/drawing/2014/main" id="{EFA2A4FE-DF32-F40F-F5CC-562B11992A90}"/>
              </a:ext>
            </a:extLst>
          </p:cNvPr>
          <p:cNvSpPr>
            <a:spLocks noGrp="1"/>
          </p:cNvSpPr>
          <p:nvPr>
            <p:ph sz="half" idx="1"/>
          </p:nvPr>
        </p:nvSpPr>
        <p:spPr>
          <a:xfrm>
            <a:off x="550862" y="2097175"/>
            <a:ext cx="9960544" cy="3028498"/>
          </a:xfrm>
        </p:spPr>
        <p:txBody>
          <a:bodyPr rtlCol="0">
            <a:normAutofit/>
          </a:bodyPr>
          <a:lstStyle>
            <a:defPPr>
              <a:defRPr lang="de-DE"/>
            </a:defPPr>
          </a:lstStyle>
          <a:p>
            <a:pPr marL="0" lvl="1" indent="0" rtl="0">
              <a:buNone/>
            </a:pPr>
            <a:r>
              <a:rPr lang="de-DE" dirty="0"/>
              <a:t>Ein Bildungs-Escaperoom überträgt das Prinzip eines Escaperooms auf eine Lernumgebung. Die Teilnehmenden lösen gemeinsam Aufgaben und Rätsel, deren Lösung fachliches Wissen, logisches Denken und Zusammenarbeit erfordert. </a:t>
            </a:r>
          </a:p>
        </p:txBody>
      </p:sp>
      <p:sp>
        <p:nvSpPr>
          <p:cNvPr id="2" name="Fußzeilenplatzhalter 1">
            <a:extLst>
              <a:ext uri="{FF2B5EF4-FFF2-40B4-BE49-F238E27FC236}">
                <a16:creationId xmlns:a16="http://schemas.microsoft.com/office/drawing/2014/main" id="{92BE5AE8-725B-DF16-8FBA-40C2998DADA8}"/>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AF0C5094-440B-DB2B-B839-2406F14E4A02}"/>
              </a:ext>
            </a:extLst>
          </p:cNvPr>
          <p:cNvSpPr>
            <a:spLocks noGrp="1"/>
          </p:cNvSpPr>
          <p:nvPr>
            <p:ph type="sldNum" sz="quarter" idx="12"/>
          </p:nvPr>
        </p:nvSpPr>
        <p:spPr/>
        <p:txBody>
          <a:bodyPr/>
          <a:lstStyle/>
          <a:p>
            <a:pPr rtl="0"/>
            <a:fld id="{DBA1B0FB-D917-4C8C-928F-313BD683BF39}" type="slidenum">
              <a:rPr lang="de-DE" smtClean="0"/>
              <a:t>7</a:t>
            </a:fld>
            <a:endParaRPr lang="de-DE" dirty="0"/>
          </a:p>
        </p:txBody>
      </p:sp>
    </p:spTree>
    <p:extLst>
      <p:ext uri="{BB962C8B-B14F-4D97-AF65-F5344CB8AC3E}">
        <p14:creationId xmlns:p14="http://schemas.microsoft.com/office/powerpoint/2010/main" val="3449153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748B-F12A-06A9-5BE8-639AF3D7195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8EB03D7-46D9-EE17-A86B-A14F892FB079}"/>
              </a:ext>
            </a:extLst>
          </p:cNvPr>
          <p:cNvSpPr>
            <a:spLocks noGrp="1"/>
          </p:cNvSpPr>
          <p:nvPr>
            <p:ph type="title"/>
          </p:nvPr>
        </p:nvSpPr>
        <p:spPr>
          <a:xfrm>
            <a:off x="550863" y="508635"/>
            <a:ext cx="11090274" cy="1332000"/>
          </a:xfrm>
        </p:spPr>
        <p:txBody>
          <a:bodyPr rtlCol="0"/>
          <a:lstStyle>
            <a:defPPr>
              <a:defRPr lang="de-DE"/>
            </a:defPPr>
          </a:lstStyle>
          <a:p>
            <a:pPr rtl="0"/>
            <a:r>
              <a:rPr lang="de-DE" dirty="0"/>
              <a:t>Unterschiede Bildungs-Escaperoom und klassischer Escaperoom</a:t>
            </a:r>
          </a:p>
        </p:txBody>
      </p:sp>
      <p:graphicFrame>
        <p:nvGraphicFramePr>
          <p:cNvPr id="4" name="Inhaltsplatzhalter 3">
            <a:extLst>
              <a:ext uri="{FF2B5EF4-FFF2-40B4-BE49-F238E27FC236}">
                <a16:creationId xmlns:a16="http://schemas.microsoft.com/office/drawing/2014/main" id="{B8475214-AB9E-C9F3-6E11-BC437ECE3754}"/>
              </a:ext>
            </a:extLst>
          </p:cNvPr>
          <p:cNvGraphicFramePr>
            <a:graphicFrameLocks noGrp="1"/>
          </p:cNvGraphicFramePr>
          <p:nvPr>
            <p:ph sz="half" idx="1"/>
            <p:extLst>
              <p:ext uri="{D42A27DB-BD31-4B8C-83A1-F6EECF244321}">
                <p14:modId xmlns:p14="http://schemas.microsoft.com/office/powerpoint/2010/main" val="421995878"/>
              </p:ext>
            </p:extLst>
          </p:nvPr>
        </p:nvGraphicFramePr>
        <p:xfrm>
          <a:off x="550862" y="2097087"/>
          <a:ext cx="10883331" cy="4431060"/>
        </p:xfrm>
        <a:graphic>
          <a:graphicData uri="http://schemas.openxmlformats.org/drawingml/2006/table">
            <a:tbl>
              <a:tblPr firstRow="1" bandRow="1">
                <a:tableStyleId>{72833802-FEF1-4C79-8D5D-14CF1EAF98D9}</a:tableStyleId>
              </a:tblPr>
              <a:tblGrid>
                <a:gridCol w="2804734">
                  <a:extLst>
                    <a:ext uri="{9D8B030D-6E8A-4147-A177-3AD203B41FA5}">
                      <a16:colId xmlns:a16="http://schemas.microsoft.com/office/drawing/2014/main" val="156710153"/>
                    </a:ext>
                  </a:extLst>
                </a:gridCol>
                <a:gridCol w="4450820">
                  <a:extLst>
                    <a:ext uri="{9D8B030D-6E8A-4147-A177-3AD203B41FA5}">
                      <a16:colId xmlns:a16="http://schemas.microsoft.com/office/drawing/2014/main" val="3794051790"/>
                    </a:ext>
                  </a:extLst>
                </a:gridCol>
                <a:gridCol w="3627777">
                  <a:extLst>
                    <a:ext uri="{9D8B030D-6E8A-4147-A177-3AD203B41FA5}">
                      <a16:colId xmlns:a16="http://schemas.microsoft.com/office/drawing/2014/main" val="1427697141"/>
                    </a:ext>
                  </a:extLst>
                </a:gridCol>
              </a:tblGrid>
              <a:tr h="502164">
                <a:tc>
                  <a:txBody>
                    <a:bodyPr/>
                    <a:lstStyle/>
                    <a:p>
                      <a:endParaRPr lang="de-DE" dirty="0"/>
                    </a:p>
                  </a:txBody>
                  <a:tcPr/>
                </a:tc>
                <a:tc>
                  <a:txBody>
                    <a:bodyPr/>
                    <a:lstStyle/>
                    <a:p>
                      <a:r>
                        <a:rPr lang="de-DE" dirty="0"/>
                        <a:t>Bildungs-Escaperoom</a:t>
                      </a:r>
                    </a:p>
                  </a:txBody>
                  <a:tcPr/>
                </a:tc>
                <a:tc>
                  <a:txBody>
                    <a:bodyPr/>
                    <a:lstStyle/>
                    <a:p>
                      <a:r>
                        <a:rPr lang="de-DE" dirty="0"/>
                        <a:t>Klassischer Escaperoom</a:t>
                      </a:r>
                    </a:p>
                  </a:txBody>
                  <a:tcPr/>
                </a:tc>
                <a:extLst>
                  <a:ext uri="{0D108BD9-81ED-4DB2-BD59-A6C34878D82A}">
                    <a16:rowId xmlns:a16="http://schemas.microsoft.com/office/drawing/2014/main" val="3747398295"/>
                  </a:ext>
                </a:extLst>
              </a:tr>
              <a:tr h="502164">
                <a:tc>
                  <a:txBody>
                    <a:bodyPr/>
                    <a:lstStyle/>
                    <a:p>
                      <a:r>
                        <a:rPr lang="de-DE" dirty="0"/>
                        <a:t>Hauptziel</a:t>
                      </a:r>
                    </a:p>
                  </a:txBody>
                  <a:tcPr/>
                </a:tc>
                <a:tc>
                  <a:txBody>
                    <a:bodyPr/>
                    <a:lstStyle/>
                    <a:p>
                      <a:r>
                        <a:rPr lang="de-DE" dirty="0"/>
                        <a:t>Lernen und Wissensvermittlung</a:t>
                      </a:r>
                    </a:p>
                  </a:txBody>
                  <a:tcPr/>
                </a:tc>
                <a:tc>
                  <a:txBody>
                    <a:bodyPr/>
                    <a:lstStyle/>
                    <a:p>
                      <a:r>
                        <a:rPr lang="de-DE" dirty="0"/>
                        <a:t>Unterhaltung und Spannung </a:t>
                      </a:r>
                    </a:p>
                  </a:txBody>
                  <a:tcPr/>
                </a:tc>
                <a:extLst>
                  <a:ext uri="{0D108BD9-81ED-4DB2-BD59-A6C34878D82A}">
                    <a16:rowId xmlns:a16="http://schemas.microsoft.com/office/drawing/2014/main" val="2093226313"/>
                  </a:ext>
                </a:extLst>
              </a:tr>
              <a:tr h="502164">
                <a:tc>
                  <a:txBody>
                    <a:bodyPr/>
                    <a:lstStyle/>
                    <a:p>
                      <a:r>
                        <a:rPr lang="de-DE" dirty="0"/>
                        <a:t>Rätselzweck</a:t>
                      </a:r>
                    </a:p>
                  </a:txBody>
                  <a:tcPr/>
                </a:tc>
                <a:tc>
                  <a:txBody>
                    <a:bodyPr/>
                    <a:lstStyle/>
                    <a:p>
                      <a:r>
                        <a:rPr lang="de-DE" dirty="0"/>
                        <a:t>Vermittlung und Festigen von Lerninhalten; gezielt an Lernniveau und Lernziele angepasst</a:t>
                      </a:r>
                    </a:p>
                  </a:txBody>
                  <a:tcPr/>
                </a:tc>
                <a:tc>
                  <a:txBody>
                    <a:bodyPr/>
                    <a:lstStyle/>
                    <a:p>
                      <a:r>
                        <a:rPr lang="de-DE" dirty="0"/>
                        <a:t>Spielspaß; </a:t>
                      </a:r>
                    </a:p>
                  </a:txBody>
                  <a:tcPr/>
                </a:tc>
                <a:extLst>
                  <a:ext uri="{0D108BD9-81ED-4DB2-BD59-A6C34878D82A}">
                    <a16:rowId xmlns:a16="http://schemas.microsoft.com/office/drawing/2014/main" val="4262328837"/>
                  </a:ext>
                </a:extLst>
              </a:tr>
              <a:tr h="502164">
                <a:tc>
                  <a:txBody>
                    <a:bodyPr/>
                    <a:lstStyle/>
                    <a:p>
                      <a:r>
                        <a:rPr lang="de-DE" dirty="0"/>
                        <a:t>Themen</a:t>
                      </a:r>
                    </a:p>
                  </a:txBody>
                  <a:tcPr/>
                </a:tc>
                <a:tc>
                  <a:txBody>
                    <a:bodyPr/>
                    <a:lstStyle/>
                    <a:p>
                      <a:r>
                        <a:rPr lang="de-DE" dirty="0"/>
                        <a:t>Beziehen sich auf Lerninhalte</a:t>
                      </a:r>
                    </a:p>
                  </a:txBody>
                  <a:tcPr/>
                </a:tc>
                <a:tc>
                  <a:txBody>
                    <a:bodyPr/>
                    <a:lstStyle/>
                    <a:p>
                      <a:r>
                        <a:rPr lang="de-DE" dirty="0"/>
                        <a:t>z.B. Abenteuer, Krimi, Horror</a:t>
                      </a:r>
                    </a:p>
                  </a:txBody>
                  <a:tcPr/>
                </a:tc>
                <a:extLst>
                  <a:ext uri="{0D108BD9-81ED-4DB2-BD59-A6C34878D82A}">
                    <a16:rowId xmlns:a16="http://schemas.microsoft.com/office/drawing/2014/main" val="3649993097"/>
                  </a:ext>
                </a:extLst>
              </a:tr>
              <a:tr h="502164">
                <a:tc>
                  <a:txBody>
                    <a:bodyPr/>
                    <a:lstStyle/>
                    <a:p>
                      <a:r>
                        <a:rPr lang="de-DE" dirty="0"/>
                        <a:t>Wissen</a:t>
                      </a:r>
                    </a:p>
                  </a:txBody>
                  <a:tcPr/>
                </a:tc>
                <a:tc>
                  <a:txBody>
                    <a:bodyPr/>
                    <a:lstStyle/>
                    <a:p>
                      <a:r>
                        <a:rPr lang="de-DE" dirty="0"/>
                        <a:t>Fachwissen kann eine wichtige Rolle spielen</a:t>
                      </a:r>
                    </a:p>
                  </a:txBody>
                  <a:tcPr/>
                </a:tc>
                <a:tc>
                  <a:txBody>
                    <a:bodyPr/>
                    <a:lstStyle/>
                    <a:p>
                      <a:r>
                        <a:rPr lang="de-DE" dirty="0"/>
                        <a:t>Vorwissen meist nicht erforderlich</a:t>
                      </a:r>
                    </a:p>
                  </a:txBody>
                  <a:tcPr/>
                </a:tc>
                <a:extLst>
                  <a:ext uri="{0D108BD9-81ED-4DB2-BD59-A6C34878D82A}">
                    <a16:rowId xmlns:a16="http://schemas.microsoft.com/office/drawing/2014/main" val="957373421"/>
                  </a:ext>
                </a:extLst>
              </a:tr>
              <a:tr h="502164">
                <a:tc>
                  <a:txBody>
                    <a:bodyPr/>
                    <a:lstStyle/>
                    <a:p>
                      <a:r>
                        <a:rPr lang="de-DE" dirty="0"/>
                        <a:t>Fehler</a:t>
                      </a:r>
                    </a:p>
                  </a:txBody>
                  <a:tcPr/>
                </a:tc>
                <a:tc>
                  <a:txBody>
                    <a:bodyPr/>
                    <a:lstStyle/>
                    <a:p>
                      <a:r>
                        <a:rPr lang="de-DE" dirty="0"/>
                        <a:t>Als Lernmöglichkeit</a:t>
                      </a:r>
                    </a:p>
                  </a:txBody>
                  <a:tcPr/>
                </a:tc>
                <a:tc>
                  <a:txBody>
                    <a:bodyPr/>
                    <a:lstStyle/>
                    <a:p>
                      <a:r>
                        <a:rPr lang="de-DE" dirty="0"/>
                        <a:t>Hauptsächlich Teil des Spiels</a:t>
                      </a:r>
                    </a:p>
                  </a:txBody>
                  <a:tcPr/>
                </a:tc>
                <a:extLst>
                  <a:ext uri="{0D108BD9-81ED-4DB2-BD59-A6C34878D82A}">
                    <a16:rowId xmlns:a16="http://schemas.microsoft.com/office/drawing/2014/main" val="917218011"/>
                  </a:ext>
                </a:extLst>
              </a:tr>
              <a:tr h="502164">
                <a:tc>
                  <a:txBody>
                    <a:bodyPr/>
                    <a:lstStyle/>
                    <a:p>
                      <a:r>
                        <a:rPr lang="de-DE" dirty="0"/>
                        <a:t>Erfolg</a:t>
                      </a:r>
                    </a:p>
                  </a:txBody>
                  <a:tcPr/>
                </a:tc>
                <a:tc>
                  <a:txBody>
                    <a:bodyPr/>
                    <a:lstStyle/>
                    <a:p>
                      <a:r>
                        <a:rPr lang="de-DE" dirty="0"/>
                        <a:t>Zusätzlich an Lernzielen gemessen</a:t>
                      </a:r>
                    </a:p>
                  </a:txBody>
                  <a:tcPr/>
                </a:tc>
                <a:tc>
                  <a:txBody>
                    <a:bodyPr/>
                    <a:lstStyle/>
                    <a:p>
                      <a:r>
                        <a:rPr lang="de-DE" dirty="0"/>
                        <a:t>Wird gemessen, ob der Raum </a:t>
                      </a:r>
                      <a:r>
                        <a:rPr lang="de-DE" dirty="0" err="1"/>
                        <a:t>bzw</a:t>
                      </a:r>
                      <a:r>
                        <a:rPr lang="de-DE" dirty="0"/>
                        <a:t>, die Aufgabe geschafft wird</a:t>
                      </a:r>
                    </a:p>
                  </a:txBody>
                  <a:tcPr/>
                </a:tc>
                <a:extLst>
                  <a:ext uri="{0D108BD9-81ED-4DB2-BD59-A6C34878D82A}">
                    <a16:rowId xmlns:a16="http://schemas.microsoft.com/office/drawing/2014/main" val="4154338161"/>
                  </a:ext>
                </a:extLst>
              </a:tr>
              <a:tr h="502164">
                <a:tc>
                  <a:txBody>
                    <a:bodyPr/>
                    <a:lstStyle/>
                    <a:p>
                      <a:r>
                        <a:rPr lang="de-DE" dirty="0" err="1"/>
                        <a:t>Vordergrund“zweck</a:t>
                      </a:r>
                      <a:r>
                        <a:rPr lang="de-DE" dirty="0"/>
                        <a:t>“</a:t>
                      </a:r>
                    </a:p>
                  </a:txBody>
                  <a:tcPr/>
                </a:tc>
                <a:tc>
                  <a:txBody>
                    <a:bodyPr/>
                    <a:lstStyle/>
                    <a:p>
                      <a:r>
                        <a:rPr lang="de-DE" dirty="0"/>
                        <a:t>Kooperation, Reflexion, Kompetenzentwicklung</a:t>
                      </a:r>
                    </a:p>
                  </a:txBody>
                  <a:tcPr/>
                </a:tc>
                <a:tc>
                  <a:txBody>
                    <a:bodyPr/>
                    <a:lstStyle/>
                    <a:p>
                      <a:r>
                        <a:rPr lang="de-DE" dirty="0"/>
                        <a:t>Wettbewerb und Zeitdruck können im Vordergrund stehen</a:t>
                      </a:r>
                    </a:p>
                  </a:txBody>
                  <a:tcPr/>
                </a:tc>
                <a:extLst>
                  <a:ext uri="{0D108BD9-81ED-4DB2-BD59-A6C34878D82A}">
                    <a16:rowId xmlns:a16="http://schemas.microsoft.com/office/drawing/2014/main" val="3952217232"/>
                  </a:ext>
                </a:extLst>
              </a:tr>
            </a:tbl>
          </a:graphicData>
        </a:graphic>
      </p:graphicFrame>
      <p:sp>
        <p:nvSpPr>
          <p:cNvPr id="2" name="Fußzeilenplatzhalter 1">
            <a:extLst>
              <a:ext uri="{FF2B5EF4-FFF2-40B4-BE49-F238E27FC236}">
                <a16:creationId xmlns:a16="http://schemas.microsoft.com/office/drawing/2014/main" id="{EFB2ED07-6F89-6E75-1E0C-27759CA331D6}"/>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5" name="Foliennummernplatzhalter 4">
            <a:extLst>
              <a:ext uri="{FF2B5EF4-FFF2-40B4-BE49-F238E27FC236}">
                <a16:creationId xmlns:a16="http://schemas.microsoft.com/office/drawing/2014/main" id="{A8E9CB56-F569-EC2A-E948-76210B5EA0F7}"/>
              </a:ext>
            </a:extLst>
          </p:cNvPr>
          <p:cNvSpPr>
            <a:spLocks noGrp="1"/>
          </p:cNvSpPr>
          <p:nvPr>
            <p:ph type="sldNum" sz="quarter" idx="12"/>
          </p:nvPr>
        </p:nvSpPr>
        <p:spPr/>
        <p:txBody>
          <a:bodyPr/>
          <a:lstStyle/>
          <a:p>
            <a:pPr rtl="0"/>
            <a:fld id="{DBA1B0FB-D917-4C8C-928F-313BD683BF39}" type="slidenum">
              <a:rPr lang="de-DE" smtClean="0"/>
              <a:t>8</a:t>
            </a:fld>
            <a:endParaRPr lang="de-DE" dirty="0"/>
          </a:p>
        </p:txBody>
      </p:sp>
    </p:spTree>
    <p:extLst>
      <p:ext uri="{BB962C8B-B14F-4D97-AF65-F5344CB8AC3E}">
        <p14:creationId xmlns:p14="http://schemas.microsoft.com/office/powerpoint/2010/main" val="499995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2007-364F-6E46-7149-817EC685C9E2}"/>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E1B53E4-7B12-1CFC-E818-403AFD6C8E49}"/>
              </a:ext>
            </a:extLst>
          </p:cNvPr>
          <p:cNvSpPr>
            <a:spLocks noGrp="1"/>
          </p:cNvSpPr>
          <p:nvPr>
            <p:ph type="title"/>
          </p:nvPr>
        </p:nvSpPr>
        <p:spPr>
          <a:xfrm>
            <a:off x="550863" y="508635"/>
            <a:ext cx="11090274" cy="1332000"/>
          </a:xfrm>
        </p:spPr>
        <p:txBody>
          <a:bodyPr rtlCol="0"/>
          <a:lstStyle>
            <a:defPPr>
              <a:defRPr lang="de-DE"/>
            </a:defPPr>
          </a:lstStyle>
          <a:p>
            <a:pPr rtl="0"/>
            <a:r>
              <a:rPr lang="de-DE" dirty="0"/>
              <a:t>Grobaufbau</a:t>
            </a:r>
          </a:p>
        </p:txBody>
      </p:sp>
      <p:sp>
        <p:nvSpPr>
          <p:cNvPr id="9" name="Inhaltsplatzhalter 8">
            <a:extLst>
              <a:ext uri="{FF2B5EF4-FFF2-40B4-BE49-F238E27FC236}">
                <a16:creationId xmlns:a16="http://schemas.microsoft.com/office/drawing/2014/main" id="{FB1E47DB-30D8-776B-3701-39F8C89058A1}"/>
              </a:ext>
            </a:extLst>
          </p:cNvPr>
          <p:cNvSpPr>
            <a:spLocks noGrp="1"/>
          </p:cNvSpPr>
          <p:nvPr>
            <p:ph sz="half" idx="13"/>
          </p:nvPr>
        </p:nvSpPr>
        <p:spPr/>
        <p:txBody>
          <a:bodyPr>
            <a:normAutofit/>
          </a:bodyPr>
          <a:lstStyle/>
          <a:p>
            <a:r>
              <a:rPr lang="de-DE" dirty="0"/>
              <a:t>Mögliche Anpassungen bei IGZ: </a:t>
            </a:r>
          </a:p>
          <a:p>
            <a:pPr marL="285750" indent="-285750">
              <a:buFont typeface="Arial" panose="020B0604020202020204" pitchFamily="34" charset="0"/>
              <a:buChar char="•"/>
            </a:pPr>
            <a:r>
              <a:rPr lang="de-DE" dirty="0"/>
              <a:t>Keine strikte Zeit: Eher „Muss im Rahmen der 4h gelöst sein“ als „Ihr habt 60min Zeit“ </a:t>
            </a:r>
            <a:r>
              <a:rPr lang="de-DE" dirty="0">
                <a:sym typeface="Symbol" panose="05050102010706020507" pitchFamily="18" charset="2"/>
              </a:rPr>
              <a:t> kein „Durcheilen ohne Lernen“</a:t>
            </a:r>
          </a:p>
          <a:p>
            <a:pPr marL="285750" indent="-285750">
              <a:buFont typeface="Arial" panose="020B0604020202020204" pitchFamily="34" charset="0"/>
              <a:buChar char="•"/>
            </a:pPr>
            <a:r>
              <a:rPr lang="de-DE" dirty="0">
                <a:sym typeface="Symbol" panose="05050102010706020507" pitchFamily="18" charset="2"/>
              </a:rPr>
              <a:t>Unterteilung in „Rätselphasen“ und Theorieteile zwischen den Phasen</a:t>
            </a:r>
          </a:p>
          <a:p>
            <a:endParaRPr lang="de-DE" dirty="0"/>
          </a:p>
          <a:p>
            <a:r>
              <a:rPr lang="de-DE" dirty="0"/>
              <a:t>Beispiel aus anderem Kontext: MISSION RDM: a </a:t>
            </a:r>
            <a:r>
              <a:rPr lang="de-DE" dirty="0" err="1"/>
              <a:t>card-based</a:t>
            </a:r>
            <a:r>
              <a:rPr lang="de-DE" dirty="0"/>
              <a:t> </a:t>
            </a:r>
            <a:r>
              <a:rPr lang="de-DE" dirty="0" err="1"/>
              <a:t>educational</a:t>
            </a:r>
            <a:r>
              <a:rPr lang="de-DE" dirty="0"/>
              <a:t> </a:t>
            </a:r>
            <a:r>
              <a:rPr lang="de-DE" dirty="0" err="1"/>
              <a:t>escape</a:t>
            </a:r>
            <a:r>
              <a:rPr lang="de-DE" dirty="0"/>
              <a:t> game on </a:t>
            </a:r>
            <a:r>
              <a:rPr lang="de-DE" dirty="0" err="1"/>
              <a:t>research</a:t>
            </a:r>
            <a:r>
              <a:rPr lang="de-DE" dirty="0"/>
              <a:t> </a:t>
            </a:r>
            <a:r>
              <a:rPr lang="de-DE" dirty="0" err="1"/>
              <a:t>data</a:t>
            </a:r>
            <a:r>
              <a:rPr lang="de-DE" dirty="0"/>
              <a:t> </a:t>
            </a:r>
            <a:r>
              <a:rPr lang="de-DE" dirty="0" err="1"/>
              <a:t>management</a:t>
            </a:r>
            <a:r>
              <a:rPr lang="de-DE" dirty="0"/>
              <a:t> </a:t>
            </a:r>
          </a:p>
        </p:txBody>
      </p:sp>
      <p:sp>
        <p:nvSpPr>
          <p:cNvPr id="6" name="Inhaltsplatzhalter 5">
            <a:extLst>
              <a:ext uri="{FF2B5EF4-FFF2-40B4-BE49-F238E27FC236}">
                <a16:creationId xmlns:a16="http://schemas.microsoft.com/office/drawing/2014/main" id="{5C88BBFB-5808-DA4A-3C08-65D78E32527B}"/>
              </a:ext>
            </a:extLst>
          </p:cNvPr>
          <p:cNvSpPr>
            <a:spLocks noGrp="1"/>
          </p:cNvSpPr>
          <p:nvPr>
            <p:ph sz="half" idx="1"/>
          </p:nvPr>
        </p:nvSpPr>
        <p:spPr/>
        <p:txBody>
          <a:bodyPr/>
          <a:lstStyle/>
          <a:p>
            <a:pPr marL="285750" indent="-285750">
              <a:buFont typeface="Arial" panose="020B0604020202020204" pitchFamily="34" charset="0"/>
              <a:buChar char="•"/>
            </a:pPr>
            <a:r>
              <a:rPr lang="de-DE" dirty="0"/>
              <a:t>Einstieg und Geschichte</a:t>
            </a:r>
          </a:p>
          <a:p>
            <a:pPr marL="285750" indent="-285750">
              <a:buFont typeface="Arial" panose="020B0604020202020204" pitchFamily="34" charset="0"/>
              <a:buChar char="•"/>
            </a:pPr>
            <a:r>
              <a:rPr lang="de-DE" dirty="0"/>
              <a:t>Regeln und Auftrag</a:t>
            </a:r>
          </a:p>
          <a:p>
            <a:pPr marL="285750" indent="-285750">
              <a:buFont typeface="Arial" panose="020B0604020202020204" pitchFamily="34" charset="0"/>
              <a:buChar char="•"/>
            </a:pPr>
            <a:r>
              <a:rPr lang="de-DE" dirty="0"/>
              <a:t>Rätselphase</a:t>
            </a:r>
          </a:p>
          <a:p>
            <a:pPr marL="285750" indent="-285750">
              <a:buFont typeface="Arial" panose="020B0604020202020204" pitchFamily="34" charset="0"/>
              <a:buChar char="•"/>
            </a:pPr>
            <a:r>
              <a:rPr lang="de-DE" dirty="0"/>
              <a:t>Lerninhalte anwenden </a:t>
            </a:r>
          </a:p>
          <a:p>
            <a:pPr marL="285750" indent="-285750">
              <a:buFont typeface="Arial" panose="020B0604020202020204" pitchFamily="34" charset="0"/>
              <a:buChar char="•"/>
            </a:pPr>
            <a:r>
              <a:rPr lang="de-DE" dirty="0"/>
              <a:t>Hinweise und Unterstützung</a:t>
            </a:r>
          </a:p>
          <a:p>
            <a:pPr marL="285750" indent="-285750">
              <a:buFont typeface="Arial" panose="020B0604020202020204" pitchFamily="34" charset="0"/>
              <a:buChar char="•"/>
            </a:pPr>
            <a:r>
              <a:rPr lang="de-DE" dirty="0"/>
              <a:t>Finale Lösung </a:t>
            </a:r>
          </a:p>
          <a:p>
            <a:pPr marL="285750" indent="-285750">
              <a:buFont typeface="Arial" panose="020B0604020202020204" pitchFamily="34" charset="0"/>
              <a:buChar char="•"/>
            </a:pPr>
            <a:r>
              <a:rPr lang="de-DE" dirty="0"/>
              <a:t>Reflexion und Transfer</a:t>
            </a:r>
          </a:p>
        </p:txBody>
      </p:sp>
      <p:sp>
        <p:nvSpPr>
          <p:cNvPr id="7" name="Fußzeilenplatzhalter 6">
            <a:extLst>
              <a:ext uri="{FF2B5EF4-FFF2-40B4-BE49-F238E27FC236}">
                <a16:creationId xmlns:a16="http://schemas.microsoft.com/office/drawing/2014/main" id="{65D48AF8-2378-EBA3-01D1-BA7B00567ACA}"/>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8" name="Foliennummernplatzhalter 7">
            <a:extLst>
              <a:ext uri="{FF2B5EF4-FFF2-40B4-BE49-F238E27FC236}">
                <a16:creationId xmlns:a16="http://schemas.microsoft.com/office/drawing/2014/main" id="{874D0FD6-394B-2F69-9D2E-10B13FF75383}"/>
              </a:ext>
            </a:extLst>
          </p:cNvPr>
          <p:cNvSpPr>
            <a:spLocks noGrp="1"/>
          </p:cNvSpPr>
          <p:nvPr>
            <p:ph type="sldNum" sz="quarter" idx="12"/>
          </p:nvPr>
        </p:nvSpPr>
        <p:spPr/>
        <p:txBody>
          <a:bodyPr/>
          <a:lstStyle/>
          <a:p>
            <a:pPr rtl="0"/>
            <a:fld id="{DBA1B0FB-D917-4C8C-928F-313BD683BF39}" type="slidenum">
              <a:rPr lang="de-DE" smtClean="0"/>
              <a:t>9</a:t>
            </a:fld>
            <a:endParaRPr lang="de-DE" dirty="0"/>
          </a:p>
        </p:txBody>
      </p:sp>
    </p:spTree>
    <p:extLst>
      <p:ext uri="{BB962C8B-B14F-4D97-AF65-F5344CB8AC3E}">
        <p14:creationId xmlns:p14="http://schemas.microsoft.com/office/powerpoint/2010/main" val="3524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9BB84D-F82E-5888-1D63-8C6F2C5EBBF4}"/>
              </a:ext>
            </a:extLst>
          </p:cNvPr>
          <p:cNvSpPr>
            <a:spLocks noGrp="1"/>
          </p:cNvSpPr>
          <p:nvPr>
            <p:ph type="title"/>
          </p:nvPr>
        </p:nvSpPr>
        <p:spPr/>
        <p:txBody>
          <a:bodyPr/>
          <a:lstStyle/>
          <a:p>
            <a:r>
              <a:rPr lang="de-DE" dirty="0"/>
              <a:t>Wie könnte das konkret aussehen? </a:t>
            </a:r>
          </a:p>
        </p:txBody>
      </p:sp>
      <p:sp>
        <p:nvSpPr>
          <p:cNvPr id="3" name="Inhaltsplatzhalter 2">
            <a:extLst>
              <a:ext uri="{FF2B5EF4-FFF2-40B4-BE49-F238E27FC236}">
                <a16:creationId xmlns:a16="http://schemas.microsoft.com/office/drawing/2014/main" id="{B914AED2-71E0-B2C5-8B9B-D27B87A6087F}"/>
              </a:ext>
            </a:extLst>
          </p:cNvPr>
          <p:cNvSpPr>
            <a:spLocks noGrp="1"/>
          </p:cNvSpPr>
          <p:nvPr>
            <p:ph sz="half" idx="1"/>
          </p:nvPr>
        </p:nvSpPr>
        <p:spPr>
          <a:xfrm>
            <a:off x="550862" y="2097175"/>
            <a:ext cx="11185336" cy="3995650"/>
          </a:xfrm>
        </p:spPr>
        <p:txBody>
          <a:bodyPr/>
          <a:lstStyle/>
          <a:p>
            <a:r>
              <a:rPr lang="de-DE" b="1" u="sng" dirty="0"/>
              <a:t>Wareneingangsprozess</a:t>
            </a:r>
          </a:p>
          <a:p>
            <a:r>
              <a:rPr lang="de-DE" dirty="0"/>
              <a:t>Ausgangsgeschichte: </a:t>
            </a:r>
          </a:p>
          <a:p>
            <a:pPr marL="285750" indent="-285750">
              <a:buFont typeface="Arial" panose="020B0604020202020204" pitchFamily="34" charset="0"/>
              <a:buChar char="•"/>
            </a:pPr>
            <a:r>
              <a:rPr lang="de-DE" dirty="0"/>
              <a:t>Mitarbeiter krank geworden.</a:t>
            </a:r>
          </a:p>
          <a:p>
            <a:pPr marL="285750" indent="-285750">
              <a:buFont typeface="Arial" panose="020B0604020202020204" pitchFamily="34" charset="0"/>
              <a:buChar char="•"/>
            </a:pPr>
            <a:r>
              <a:rPr lang="de-DE" dirty="0"/>
              <a:t>Wareneingang muss zu Testzwecken gebucht werden.  Aber es fehlt noch einiges dafür.  Aber kann nicht gewartet werden, bis der Mitarbeiter wieder da ist. </a:t>
            </a:r>
          </a:p>
          <a:p>
            <a:pPr marL="285750" indent="-285750">
              <a:buFont typeface="Arial" panose="020B0604020202020204" pitchFamily="34" charset="0"/>
              <a:buChar char="•"/>
            </a:pPr>
            <a:r>
              <a:rPr lang="de-DE" dirty="0"/>
              <a:t>Am anderen Ende des Telefons sitzt ein aufgebrachter Mitarbeiter, der etwas Ahnung hat, aber nichts einstellen kann (Spielleiter, der Rätsel und Tipps gibt)</a:t>
            </a:r>
          </a:p>
          <a:p>
            <a:pPr marL="285750" indent="-285750">
              <a:buFont typeface="Arial" panose="020B0604020202020204" pitchFamily="34" charset="0"/>
              <a:buChar char="•"/>
            </a:pPr>
            <a:r>
              <a:rPr lang="de-DE" dirty="0"/>
              <a:t>Es gibt nummerierte Notizen, die anfangs umgedreht sind (Nummer auf der Rückseite) und Anleitungszettel.</a:t>
            </a:r>
          </a:p>
        </p:txBody>
      </p:sp>
      <p:sp>
        <p:nvSpPr>
          <p:cNvPr id="5" name="Fußzeilenplatzhalter 4">
            <a:extLst>
              <a:ext uri="{FF2B5EF4-FFF2-40B4-BE49-F238E27FC236}">
                <a16:creationId xmlns:a16="http://schemas.microsoft.com/office/drawing/2014/main" id="{01E9F5BF-3116-F470-17CA-B56DA74637BC}"/>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E87FC52B-1DC0-1C9B-C5C2-C73D20118D18}"/>
              </a:ext>
            </a:extLst>
          </p:cNvPr>
          <p:cNvSpPr>
            <a:spLocks noGrp="1"/>
          </p:cNvSpPr>
          <p:nvPr>
            <p:ph type="sldNum" sz="quarter" idx="12"/>
          </p:nvPr>
        </p:nvSpPr>
        <p:spPr/>
        <p:txBody>
          <a:bodyPr/>
          <a:lstStyle/>
          <a:p>
            <a:pPr rtl="0"/>
            <a:fld id="{DBA1B0FB-D917-4C8C-928F-313BD683BF39}" type="slidenum">
              <a:rPr lang="de-DE" smtClean="0"/>
              <a:t>10</a:t>
            </a:fld>
            <a:endParaRPr lang="de-DE" dirty="0"/>
          </a:p>
        </p:txBody>
      </p:sp>
    </p:spTree>
    <p:extLst>
      <p:ext uri="{BB962C8B-B14F-4D97-AF65-F5344CB8AC3E}">
        <p14:creationId xmlns:p14="http://schemas.microsoft.com/office/powerpoint/2010/main" val="2174956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C756D1-0DA8-3287-AEC9-7049D80950F4}"/>
              </a:ext>
            </a:extLst>
          </p:cNvPr>
          <p:cNvSpPr>
            <a:spLocks noGrp="1"/>
          </p:cNvSpPr>
          <p:nvPr>
            <p:ph type="title"/>
          </p:nvPr>
        </p:nvSpPr>
        <p:spPr/>
        <p:txBody>
          <a:bodyPr/>
          <a:lstStyle/>
          <a:p>
            <a:r>
              <a:rPr lang="de-DE" dirty="0"/>
              <a:t>Mögliches erstes Rätsel</a:t>
            </a:r>
          </a:p>
        </p:txBody>
      </p:sp>
      <p:sp>
        <p:nvSpPr>
          <p:cNvPr id="3" name="Inhaltsplatzhalter 2">
            <a:extLst>
              <a:ext uri="{FF2B5EF4-FFF2-40B4-BE49-F238E27FC236}">
                <a16:creationId xmlns:a16="http://schemas.microsoft.com/office/drawing/2014/main" id="{723EFE7C-4891-385C-2612-0311884EB42B}"/>
              </a:ext>
            </a:extLst>
          </p:cNvPr>
          <p:cNvSpPr>
            <a:spLocks noGrp="1"/>
          </p:cNvSpPr>
          <p:nvPr>
            <p:ph sz="half" idx="1"/>
          </p:nvPr>
        </p:nvSpPr>
        <p:spPr/>
        <p:txBody>
          <a:bodyPr/>
          <a:lstStyle/>
          <a:p>
            <a:r>
              <a:rPr lang="de-DE" dirty="0"/>
              <a:t>Rätsel: </a:t>
            </a:r>
          </a:p>
          <a:p>
            <a:r>
              <a:rPr lang="de-DE" dirty="0"/>
              <a:t>In den Unterlagen findet sich eine Liste mit Transaktionen. Klar ist, dass manche zum ERP, manche zum EWM gehören. </a:t>
            </a:r>
            <a:br>
              <a:rPr lang="de-DE" dirty="0"/>
            </a:br>
            <a:r>
              <a:rPr lang="de-DE" dirty="0"/>
              <a:t>Aufgabe: Transaktionen sortieren. </a:t>
            </a:r>
          </a:p>
          <a:p>
            <a:r>
              <a:rPr lang="de-DE" dirty="0"/>
              <a:t>Die Anzahl der EWM-Transaktionen liefert den nächsten Notizzettel. </a:t>
            </a:r>
          </a:p>
          <a:p>
            <a:r>
              <a:rPr lang="de-DE" dirty="0"/>
              <a:t>Andere Zahlen können Finten oder „Strafzettel“ sein. </a:t>
            </a:r>
          </a:p>
          <a:p>
            <a:endParaRPr lang="de-DE" dirty="0"/>
          </a:p>
        </p:txBody>
      </p:sp>
      <p:sp>
        <p:nvSpPr>
          <p:cNvPr id="4" name="Inhaltsplatzhalter 3">
            <a:extLst>
              <a:ext uri="{FF2B5EF4-FFF2-40B4-BE49-F238E27FC236}">
                <a16:creationId xmlns:a16="http://schemas.microsoft.com/office/drawing/2014/main" id="{52523D32-A4D2-554B-5255-B7B2B5FE5669}"/>
              </a:ext>
            </a:extLst>
          </p:cNvPr>
          <p:cNvSpPr>
            <a:spLocks noGrp="1"/>
          </p:cNvSpPr>
          <p:nvPr>
            <p:ph sz="half" idx="13"/>
          </p:nvPr>
        </p:nvSpPr>
        <p:spPr/>
        <p:txBody>
          <a:bodyPr/>
          <a:lstStyle/>
          <a:p>
            <a:r>
              <a:rPr lang="de-DE" dirty="0"/>
              <a:t>Material: </a:t>
            </a:r>
          </a:p>
          <a:p>
            <a:pPr marL="285750" indent="-285750">
              <a:buFont typeface="Arial" panose="020B0604020202020204" pitchFamily="34" charset="0"/>
              <a:buChar char="•"/>
            </a:pPr>
            <a:r>
              <a:rPr lang="de-DE" dirty="0"/>
              <a:t>Liste der Transaktionen</a:t>
            </a:r>
          </a:p>
          <a:p>
            <a:pPr marL="285750" indent="-285750">
              <a:buFont typeface="Arial" panose="020B0604020202020204" pitchFamily="34" charset="0"/>
              <a:buChar char="•"/>
            </a:pPr>
            <a:r>
              <a:rPr lang="de-DE" dirty="0"/>
              <a:t>Rätseltext</a:t>
            </a:r>
          </a:p>
          <a:p>
            <a:r>
              <a:rPr lang="de-DE" dirty="0"/>
              <a:t>Möglicher Ansatz: </a:t>
            </a:r>
          </a:p>
          <a:p>
            <a:r>
              <a:rPr lang="de-DE" dirty="0"/>
              <a:t>Die Mitarbeiter probieren die Transaktionen aus und sehen, was sie tun. </a:t>
            </a:r>
          </a:p>
          <a:p>
            <a:pPr marL="285750" indent="-285750">
              <a:buFont typeface="Arial" panose="020B0604020202020204" pitchFamily="34" charset="0"/>
              <a:buChar char="•"/>
            </a:pPr>
            <a:endParaRPr lang="de-DE" dirty="0"/>
          </a:p>
        </p:txBody>
      </p:sp>
      <p:sp>
        <p:nvSpPr>
          <p:cNvPr id="5" name="Fußzeilenplatzhalter 4">
            <a:extLst>
              <a:ext uri="{FF2B5EF4-FFF2-40B4-BE49-F238E27FC236}">
                <a16:creationId xmlns:a16="http://schemas.microsoft.com/office/drawing/2014/main" id="{48C6FA6C-E488-A573-A88D-7653F4F891FE}"/>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A2CD9E63-0E87-55BC-6C63-F7A8F36115B1}"/>
              </a:ext>
            </a:extLst>
          </p:cNvPr>
          <p:cNvSpPr>
            <a:spLocks noGrp="1"/>
          </p:cNvSpPr>
          <p:nvPr>
            <p:ph type="sldNum" sz="quarter" idx="12"/>
          </p:nvPr>
        </p:nvSpPr>
        <p:spPr/>
        <p:txBody>
          <a:bodyPr/>
          <a:lstStyle/>
          <a:p>
            <a:pPr rtl="0"/>
            <a:fld id="{DBA1B0FB-D917-4C8C-928F-313BD683BF39}" type="slidenum">
              <a:rPr lang="de-DE" smtClean="0"/>
              <a:t>11</a:t>
            </a:fld>
            <a:endParaRPr lang="de-DE" dirty="0"/>
          </a:p>
        </p:txBody>
      </p:sp>
    </p:spTree>
    <p:extLst>
      <p:ext uri="{BB962C8B-B14F-4D97-AF65-F5344CB8AC3E}">
        <p14:creationId xmlns:p14="http://schemas.microsoft.com/office/powerpoint/2010/main" val="24335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C03D24-3595-D518-A6DD-ABED5CDA34E8}"/>
              </a:ext>
            </a:extLst>
          </p:cNvPr>
          <p:cNvSpPr>
            <a:spLocks noGrp="1"/>
          </p:cNvSpPr>
          <p:nvPr>
            <p:ph type="title"/>
          </p:nvPr>
        </p:nvSpPr>
        <p:spPr/>
        <p:txBody>
          <a:bodyPr/>
          <a:lstStyle/>
          <a:p>
            <a:r>
              <a:rPr lang="de-DE" dirty="0"/>
              <a:t>Mögliches zweites Rätsel</a:t>
            </a:r>
          </a:p>
        </p:txBody>
      </p:sp>
      <p:sp>
        <p:nvSpPr>
          <p:cNvPr id="3" name="Inhaltsplatzhalter 2">
            <a:extLst>
              <a:ext uri="{FF2B5EF4-FFF2-40B4-BE49-F238E27FC236}">
                <a16:creationId xmlns:a16="http://schemas.microsoft.com/office/drawing/2014/main" id="{FC6C78A6-5A7B-CB40-64BF-3C4B3BCBD366}"/>
              </a:ext>
            </a:extLst>
          </p:cNvPr>
          <p:cNvSpPr>
            <a:spLocks noGrp="1"/>
          </p:cNvSpPr>
          <p:nvPr>
            <p:ph sz="half" idx="1"/>
          </p:nvPr>
        </p:nvSpPr>
        <p:spPr/>
        <p:txBody>
          <a:bodyPr>
            <a:normAutofit fontScale="92500" lnSpcReduction="20000"/>
          </a:bodyPr>
          <a:lstStyle/>
          <a:p>
            <a:r>
              <a:rPr lang="de-DE" dirty="0"/>
              <a:t>Rätsel: </a:t>
            </a:r>
          </a:p>
          <a:p>
            <a:r>
              <a:rPr lang="de-DE" dirty="0"/>
              <a:t>Auf einer Notiz findet sich Folgendes: </a:t>
            </a:r>
          </a:p>
          <a:p>
            <a:endParaRPr lang="de-DE" dirty="0"/>
          </a:p>
          <a:p>
            <a:endParaRPr lang="de-DE" dirty="0"/>
          </a:p>
          <a:p>
            <a:endParaRPr lang="de-DE" dirty="0"/>
          </a:p>
          <a:p>
            <a:r>
              <a:rPr lang="de-DE" dirty="0"/>
              <a:t>Aufgabe: Finde die Buchung (im ERP und EWM).</a:t>
            </a:r>
          </a:p>
          <a:p>
            <a:r>
              <a:rPr lang="de-DE" dirty="0"/>
              <a:t>Die 4. und 5. Ziffer der ERP-Buchungsnummer liefert die nächsten Notizen. </a:t>
            </a:r>
          </a:p>
          <a:p>
            <a:r>
              <a:rPr lang="de-DE" dirty="0"/>
              <a:t> </a:t>
            </a:r>
          </a:p>
          <a:p>
            <a:endParaRPr lang="de-DE" dirty="0"/>
          </a:p>
        </p:txBody>
      </p:sp>
      <p:sp>
        <p:nvSpPr>
          <p:cNvPr id="4" name="Inhaltsplatzhalter 3">
            <a:extLst>
              <a:ext uri="{FF2B5EF4-FFF2-40B4-BE49-F238E27FC236}">
                <a16:creationId xmlns:a16="http://schemas.microsoft.com/office/drawing/2014/main" id="{3DD74C77-DAD3-36E8-3216-C6987185CB8C}"/>
              </a:ext>
            </a:extLst>
          </p:cNvPr>
          <p:cNvSpPr>
            <a:spLocks noGrp="1"/>
          </p:cNvSpPr>
          <p:nvPr>
            <p:ph sz="half" idx="13"/>
          </p:nvPr>
        </p:nvSpPr>
        <p:spPr/>
        <p:txBody>
          <a:bodyPr/>
          <a:lstStyle/>
          <a:p>
            <a:r>
              <a:rPr lang="de-DE" dirty="0"/>
              <a:t>Hintergrund: In der Liste der Tranksaktionen beinhalten die nötigen Transaktionen. </a:t>
            </a:r>
          </a:p>
          <a:p>
            <a:r>
              <a:rPr lang="de-DE" dirty="0"/>
              <a:t>Mögliche Tipps: </a:t>
            </a:r>
          </a:p>
          <a:p>
            <a:pPr marL="285750" indent="-285750">
              <a:buFont typeface="Arial" panose="020B0604020202020204" pitchFamily="34" charset="0"/>
              <a:buChar char="•"/>
            </a:pPr>
            <a:r>
              <a:rPr lang="de-DE" dirty="0"/>
              <a:t>Hinweis auf die Erweiterte Suche in /</a:t>
            </a:r>
            <a:r>
              <a:rPr lang="de-DE" dirty="0" err="1"/>
              <a:t>scwm</a:t>
            </a:r>
            <a:r>
              <a:rPr lang="de-DE" dirty="0"/>
              <a:t>/</a:t>
            </a:r>
            <a:r>
              <a:rPr lang="de-DE" dirty="0" err="1"/>
              <a:t>prdi</a:t>
            </a:r>
            <a:endParaRPr lang="de-DE" dirty="0"/>
          </a:p>
          <a:p>
            <a:pPr marL="285750" indent="-285750">
              <a:buFont typeface="Arial" panose="020B0604020202020204" pitchFamily="34" charset="0"/>
              <a:buChar char="•"/>
            </a:pPr>
            <a:r>
              <a:rPr lang="de-DE" dirty="0"/>
              <a:t>Hinweis auf die Transaktionsliste</a:t>
            </a:r>
          </a:p>
          <a:p>
            <a:r>
              <a:rPr lang="de-DE" dirty="0"/>
              <a:t>Wurden die Transaktionen nicht nur „durchgeklickt“ vorher, sondern auch beachtet, wohin sie führen, so wird dieses Rätsel deutlich vereinfacht. </a:t>
            </a:r>
          </a:p>
        </p:txBody>
      </p:sp>
      <p:pic>
        <p:nvPicPr>
          <p:cNvPr id="6" name="Grafik 5">
            <a:extLst>
              <a:ext uri="{FF2B5EF4-FFF2-40B4-BE49-F238E27FC236}">
                <a16:creationId xmlns:a16="http://schemas.microsoft.com/office/drawing/2014/main" id="{282E8640-F677-CBEB-4691-DFE4B94B8531}"/>
              </a:ext>
            </a:extLst>
          </p:cNvPr>
          <p:cNvPicPr>
            <a:picLocks noChangeAspect="1"/>
          </p:cNvPicPr>
          <p:nvPr/>
        </p:nvPicPr>
        <p:blipFill>
          <a:blip r:embed="rId2"/>
          <a:stretch>
            <a:fillRect/>
          </a:stretch>
        </p:blipFill>
        <p:spPr>
          <a:xfrm>
            <a:off x="670329" y="3031127"/>
            <a:ext cx="2894991" cy="1336150"/>
          </a:xfrm>
          <a:prstGeom prst="rect">
            <a:avLst/>
          </a:prstGeom>
        </p:spPr>
      </p:pic>
      <p:sp>
        <p:nvSpPr>
          <p:cNvPr id="7" name="Fußzeilenplatzhalter 6">
            <a:extLst>
              <a:ext uri="{FF2B5EF4-FFF2-40B4-BE49-F238E27FC236}">
                <a16:creationId xmlns:a16="http://schemas.microsoft.com/office/drawing/2014/main" id="{0EEFC922-99B6-B4E1-E418-2F63E26E7100}"/>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8" name="Foliennummernplatzhalter 7">
            <a:extLst>
              <a:ext uri="{FF2B5EF4-FFF2-40B4-BE49-F238E27FC236}">
                <a16:creationId xmlns:a16="http://schemas.microsoft.com/office/drawing/2014/main" id="{64E2CDF2-9E37-E8EC-4CE3-8E6B66D7196A}"/>
              </a:ext>
            </a:extLst>
          </p:cNvPr>
          <p:cNvSpPr>
            <a:spLocks noGrp="1"/>
          </p:cNvSpPr>
          <p:nvPr>
            <p:ph type="sldNum" sz="quarter" idx="12"/>
          </p:nvPr>
        </p:nvSpPr>
        <p:spPr/>
        <p:txBody>
          <a:bodyPr/>
          <a:lstStyle/>
          <a:p>
            <a:pPr rtl="0"/>
            <a:fld id="{DBA1B0FB-D917-4C8C-928F-313BD683BF39}" type="slidenum">
              <a:rPr lang="de-DE" smtClean="0"/>
              <a:t>12</a:t>
            </a:fld>
            <a:endParaRPr lang="de-DE" dirty="0"/>
          </a:p>
        </p:txBody>
      </p:sp>
    </p:spTree>
    <p:extLst>
      <p:ext uri="{BB962C8B-B14F-4D97-AF65-F5344CB8AC3E}">
        <p14:creationId xmlns:p14="http://schemas.microsoft.com/office/powerpoint/2010/main" val="201913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3EC3-CB3D-B35D-77F8-619D24FC03E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CFB993E-F6AB-0FAD-C1C8-3632BCD7AFBC}"/>
              </a:ext>
            </a:extLst>
          </p:cNvPr>
          <p:cNvSpPr>
            <a:spLocks noGrp="1"/>
          </p:cNvSpPr>
          <p:nvPr>
            <p:ph type="title"/>
          </p:nvPr>
        </p:nvSpPr>
        <p:spPr/>
        <p:txBody>
          <a:bodyPr/>
          <a:lstStyle/>
          <a:p>
            <a:r>
              <a:rPr lang="de-DE" dirty="0"/>
              <a:t>Weitere mögliche Rätseltypen</a:t>
            </a:r>
          </a:p>
        </p:txBody>
      </p:sp>
      <p:sp>
        <p:nvSpPr>
          <p:cNvPr id="3" name="Inhaltsplatzhalter 2">
            <a:extLst>
              <a:ext uri="{FF2B5EF4-FFF2-40B4-BE49-F238E27FC236}">
                <a16:creationId xmlns:a16="http://schemas.microsoft.com/office/drawing/2014/main" id="{01F4E031-C51E-9769-7289-696539F5AEE1}"/>
              </a:ext>
            </a:extLst>
          </p:cNvPr>
          <p:cNvSpPr>
            <a:spLocks noGrp="1"/>
          </p:cNvSpPr>
          <p:nvPr>
            <p:ph sz="half" idx="1"/>
          </p:nvPr>
        </p:nvSpPr>
        <p:spPr/>
        <p:txBody>
          <a:bodyPr>
            <a:normAutofit/>
          </a:bodyPr>
          <a:lstStyle/>
          <a:p>
            <a:pPr marL="285750" indent="-285750">
              <a:buFont typeface="Arial" panose="020B0604020202020204" pitchFamily="34" charset="0"/>
              <a:buChar char="•"/>
            </a:pPr>
            <a:r>
              <a:rPr lang="de-DE" dirty="0"/>
              <a:t>Zahlen-/Rechenrätsel</a:t>
            </a:r>
          </a:p>
          <a:p>
            <a:pPr marL="285750" indent="-285750">
              <a:buFont typeface="Arial" panose="020B0604020202020204" pitchFamily="34" charset="0"/>
              <a:buChar char="•"/>
            </a:pPr>
            <a:r>
              <a:rPr lang="de-DE" dirty="0"/>
              <a:t>Sortierrätsel</a:t>
            </a:r>
          </a:p>
          <a:p>
            <a:pPr marL="285750" indent="-285750">
              <a:buFont typeface="Arial" panose="020B0604020202020204" pitchFamily="34" charset="0"/>
              <a:buChar char="•"/>
            </a:pPr>
            <a:r>
              <a:rPr lang="de-DE" dirty="0"/>
              <a:t>Zuordnungsrätsel</a:t>
            </a:r>
          </a:p>
          <a:p>
            <a:pPr marL="285750" indent="-285750">
              <a:buFont typeface="Arial" panose="020B0604020202020204" pitchFamily="34" charset="0"/>
              <a:buChar char="•"/>
            </a:pPr>
            <a:r>
              <a:rPr lang="de-DE" dirty="0"/>
              <a:t>Chiffre/Geheimschrift</a:t>
            </a:r>
          </a:p>
          <a:p>
            <a:pPr marL="285750" indent="-285750">
              <a:buFont typeface="Arial" panose="020B0604020202020204" pitchFamily="34" charset="0"/>
              <a:buChar char="•"/>
            </a:pPr>
            <a:r>
              <a:rPr lang="de-DE" dirty="0"/>
              <a:t>Fehler finden </a:t>
            </a:r>
          </a:p>
          <a:p>
            <a:pPr marL="285750" indent="-285750">
              <a:buFont typeface="Arial" panose="020B0604020202020204" pitchFamily="34" charset="0"/>
              <a:buChar char="•"/>
            </a:pPr>
            <a:r>
              <a:rPr lang="de-DE" dirty="0"/>
              <a:t>Lückentext</a:t>
            </a:r>
          </a:p>
          <a:p>
            <a:pPr marL="285750" indent="-285750">
              <a:buFont typeface="Arial" panose="020B0604020202020204" pitchFamily="34" charset="0"/>
              <a:buChar char="•"/>
            </a:pPr>
            <a:r>
              <a:rPr lang="de-DE" dirty="0"/>
              <a:t>Puzzle</a:t>
            </a:r>
          </a:p>
          <a:p>
            <a:pPr marL="285750" indent="-285750">
              <a:buFont typeface="Arial" panose="020B0604020202020204" pitchFamily="34" charset="0"/>
              <a:buChar char="•"/>
            </a:pPr>
            <a:r>
              <a:rPr lang="de-DE" dirty="0"/>
              <a:t>Experiment (z.B. Testen und beobachten, was passiert)</a:t>
            </a:r>
          </a:p>
        </p:txBody>
      </p:sp>
      <p:sp>
        <p:nvSpPr>
          <p:cNvPr id="4" name="Inhaltsplatzhalter 3">
            <a:extLst>
              <a:ext uri="{FF2B5EF4-FFF2-40B4-BE49-F238E27FC236}">
                <a16:creationId xmlns:a16="http://schemas.microsoft.com/office/drawing/2014/main" id="{52B84EA0-C3D7-2623-210C-22F2B6F397F2}"/>
              </a:ext>
            </a:extLst>
          </p:cNvPr>
          <p:cNvSpPr>
            <a:spLocks noGrp="1"/>
          </p:cNvSpPr>
          <p:nvPr>
            <p:ph sz="half" idx="13"/>
          </p:nvPr>
        </p:nvSpPr>
        <p:spPr/>
        <p:txBody>
          <a:bodyPr/>
          <a:lstStyle/>
          <a:p>
            <a:pPr marL="285750" indent="-285750">
              <a:buFont typeface="Arial" panose="020B0604020202020204" pitchFamily="34" charset="0"/>
              <a:buChar char="•"/>
            </a:pPr>
            <a:r>
              <a:rPr lang="de-DE" dirty="0"/>
              <a:t>Diagrammrätsel</a:t>
            </a:r>
          </a:p>
          <a:p>
            <a:pPr marL="285750" indent="-285750">
              <a:buFont typeface="Arial" panose="020B0604020202020204" pitchFamily="34" charset="0"/>
              <a:buChar char="•"/>
            </a:pPr>
            <a:r>
              <a:rPr lang="de-DE" dirty="0"/>
              <a:t>Grafikrätsel </a:t>
            </a:r>
          </a:p>
          <a:p>
            <a:pPr marL="285750" indent="-285750">
              <a:buFont typeface="Arial" panose="020B0604020202020204" pitchFamily="34" charset="0"/>
              <a:buChar char="•"/>
            </a:pPr>
            <a:r>
              <a:rPr lang="de-DE" dirty="0"/>
              <a:t>Rechercherätsel</a:t>
            </a:r>
          </a:p>
          <a:p>
            <a:pPr marL="285750" indent="-285750">
              <a:buFont typeface="Arial" panose="020B0604020202020204" pitchFamily="34" charset="0"/>
              <a:buChar char="•"/>
            </a:pPr>
            <a:r>
              <a:rPr lang="de-DE" dirty="0"/>
              <a:t>Logikrätsel</a:t>
            </a:r>
          </a:p>
          <a:p>
            <a:pPr marL="285750" indent="-285750">
              <a:buFont typeface="Arial" panose="020B0604020202020204" pitchFamily="34" charset="0"/>
              <a:buChar char="•"/>
            </a:pPr>
            <a:r>
              <a:rPr lang="de-DE" dirty="0"/>
              <a:t>Audio-/Videorätsel</a:t>
            </a:r>
          </a:p>
        </p:txBody>
      </p:sp>
      <p:sp>
        <p:nvSpPr>
          <p:cNvPr id="5" name="Fußzeilenplatzhalter 4">
            <a:extLst>
              <a:ext uri="{FF2B5EF4-FFF2-40B4-BE49-F238E27FC236}">
                <a16:creationId xmlns:a16="http://schemas.microsoft.com/office/drawing/2014/main" id="{D6D52C70-C77F-1DAF-5CA2-859BE8723BA7}"/>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7" name="Foliennummernplatzhalter 6">
            <a:extLst>
              <a:ext uri="{FF2B5EF4-FFF2-40B4-BE49-F238E27FC236}">
                <a16:creationId xmlns:a16="http://schemas.microsoft.com/office/drawing/2014/main" id="{106645A3-4EE9-F20A-A08B-8815F9EEAC02}"/>
              </a:ext>
            </a:extLst>
          </p:cNvPr>
          <p:cNvSpPr>
            <a:spLocks noGrp="1"/>
          </p:cNvSpPr>
          <p:nvPr>
            <p:ph type="sldNum" sz="quarter" idx="12"/>
          </p:nvPr>
        </p:nvSpPr>
        <p:spPr/>
        <p:txBody>
          <a:bodyPr/>
          <a:lstStyle/>
          <a:p>
            <a:pPr rtl="0"/>
            <a:fld id="{DBA1B0FB-D917-4C8C-928F-313BD683BF39}" type="slidenum">
              <a:rPr lang="de-DE" smtClean="0"/>
              <a:t>13</a:t>
            </a:fld>
            <a:endParaRPr lang="de-DE" dirty="0"/>
          </a:p>
        </p:txBody>
      </p:sp>
    </p:spTree>
    <p:extLst>
      <p:ext uri="{BB962C8B-B14F-4D97-AF65-F5344CB8AC3E}">
        <p14:creationId xmlns:p14="http://schemas.microsoft.com/office/powerpoint/2010/main" val="3804791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C7B89B-2F2B-6736-B2BB-6F18CCF5F7BF}"/>
              </a:ext>
            </a:extLst>
          </p:cNvPr>
          <p:cNvSpPr>
            <a:spLocks noGrp="1"/>
          </p:cNvSpPr>
          <p:nvPr>
            <p:ph type="title"/>
          </p:nvPr>
        </p:nvSpPr>
        <p:spPr/>
        <p:txBody>
          <a:bodyPr/>
          <a:lstStyle/>
          <a:p>
            <a:r>
              <a:rPr lang="de-DE" dirty="0"/>
              <a:t>Nachbearbeitung und Materialien</a:t>
            </a:r>
          </a:p>
        </p:txBody>
      </p:sp>
      <p:sp>
        <p:nvSpPr>
          <p:cNvPr id="3" name="Inhaltsplatzhalter 2">
            <a:extLst>
              <a:ext uri="{FF2B5EF4-FFF2-40B4-BE49-F238E27FC236}">
                <a16:creationId xmlns:a16="http://schemas.microsoft.com/office/drawing/2014/main" id="{C2CFFCAA-3FED-B4E1-5BAF-C3701025A3DC}"/>
              </a:ext>
            </a:extLst>
          </p:cNvPr>
          <p:cNvSpPr>
            <a:spLocks noGrp="1"/>
          </p:cNvSpPr>
          <p:nvPr>
            <p:ph sz="half" idx="1"/>
          </p:nvPr>
        </p:nvSpPr>
        <p:spPr>
          <a:xfrm>
            <a:off x="550862" y="2097175"/>
            <a:ext cx="10522606" cy="3995650"/>
          </a:xfrm>
        </p:spPr>
        <p:txBody>
          <a:bodyPr/>
          <a:lstStyle/>
          <a:p>
            <a:pPr marL="285750" indent="-285750">
              <a:buFont typeface="Arial" panose="020B0604020202020204" pitchFamily="34" charset="0"/>
              <a:buChar char="•"/>
            </a:pPr>
            <a:r>
              <a:rPr lang="de-DE" dirty="0"/>
              <a:t>Fertige Anleitung zum Nachschlagen der Arbeitsschritte im Nachgang</a:t>
            </a:r>
          </a:p>
          <a:p>
            <a:pPr marL="285750" indent="-285750">
              <a:buFont typeface="Arial" panose="020B0604020202020204" pitchFamily="34" charset="0"/>
              <a:buChar char="•"/>
            </a:pPr>
            <a:r>
              <a:rPr lang="de-DE" dirty="0"/>
              <a:t>Zusammenfassung der wichtigsten Schritte (auch im/nach dem Escaperoom), um das Wissen zu festigen</a:t>
            </a:r>
          </a:p>
          <a:p>
            <a:pPr marL="285750" indent="-285750">
              <a:buFont typeface="Arial" panose="020B0604020202020204" pitchFamily="34" charset="0"/>
              <a:buChar char="•"/>
            </a:pPr>
            <a:r>
              <a:rPr lang="de-DE" dirty="0"/>
              <a:t>Spielleitung kann sowohl für Hilfe als auch allgemeine Informationen zur Verfügung stehen</a:t>
            </a:r>
          </a:p>
          <a:p>
            <a:pPr marL="285750" indent="-285750">
              <a:buFont typeface="Arial" panose="020B0604020202020204" pitchFamily="34" charset="0"/>
              <a:buChar char="•"/>
            </a:pPr>
            <a:endParaRPr lang="de-DE" dirty="0"/>
          </a:p>
        </p:txBody>
      </p:sp>
      <p:sp>
        <p:nvSpPr>
          <p:cNvPr id="5" name="Fußzeilenplatzhalter 4">
            <a:extLst>
              <a:ext uri="{FF2B5EF4-FFF2-40B4-BE49-F238E27FC236}">
                <a16:creationId xmlns:a16="http://schemas.microsoft.com/office/drawing/2014/main" id="{FE25AF52-7CB2-636D-B992-CCB9697ECB00}"/>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6" name="Foliennummernplatzhalter 5">
            <a:extLst>
              <a:ext uri="{FF2B5EF4-FFF2-40B4-BE49-F238E27FC236}">
                <a16:creationId xmlns:a16="http://schemas.microsoft.com/office/drawing/2014/main" id="{E532A058-EBB6-EB0F-2969-A7BDEFBE6082}"/>
              </a:ext>
            </a:extLst>
          </p:cNvPr>
          <p:cNvSpPr>
            <a:spLocks noGrp="1"/>
          </p:cNvSpPr>
          <p:nvPr>
            <p:ph type="sldNum" sz="quarter" idx="12"/>
          </p:nvPr>
        </p:nvSpPr>
        <p:spPr/>
        <p:txBody>
          <a:bodyPr/>
          <a:lstStyle/>
          <a:p>
            <a:pPr rtl="0"/>
            <a:fld id="{DBA1B0FB-D917-4C8C-928F-313BD683BF39}" type="slidenum">
              <a:rPr lang="de-DE" smtClean="0"/>
              <a:t>14</a:t>
            </a:fld>
            <a:endParaRPr lang="de-DE" dirty="0"/>
          </a:p>
        </p:txBody>
      </p:sp>
    </p:spTree>
    <p:extLst>
      <p:ext uri="{BB962C8B-B14F-4D97-AF65-F5344CB8AC3E}">
        <p14:creationId xmlns:p14="http://schemas.microsoft.com/office/powerpoint/2010/main" val="539483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DAE44-9EC4-C932-73F1-6789C9CA2EC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D015BBB5-2EC0-0A31-86EB-8C6A122E5C1E}"/>
              </a:ext>
            </a:extLst>
          </p:cNvPr>
          <p:cNvSpPr>
            <a:spLocks noGrp="1"/>
          </p:cNvSpPr>
          <p:nvPr>
            <p:ph type="ctrTitle"/>
          </p:nvPr>
        </p:nvSpPr>
        <p:spPr>
          <a:xfrm>
            <a:off x="550863" y="4045464"/>
            <a:ext cx="11115355" cy="2286000"/>
          </a:xfrm>
          <a:noFill/>
        </p:spPr>
        <p:txBody>
          <a:bodyPr rtlCol="0" anchor="ctr"/>
          <a:lstStyle>
            <a:defPPr>
              <a:defRPr lang="de-DE"/>
            </a:defPPr>
          </a:lstStyle>
          <a:p>
            <a:pPr rtl="0"/>
            <a:r>
              <a:rPr lang="de-DE" dirty="0"/>
              <a:t>Problem Based Learning</a:t>
            </a:r>
          </a:p>
        </p:txBody>
      </p:sp>
      <p:pic>
        <p:nvPicPr>
          <p:cNvPr id="11" name="Bildplatzhalter 15" descr="Digitaler Hintergrund für Datenpunkte">
            <a:extLst>
              <a:ext uri="{FF2B5EF4-FFF2-40B4-BE49-F238E27FC236}">
                <a16:creationId xmlns:a16="http://schemas.microsoft.com/office/drawing/2014/main" id="{79BC9120-4F1B-8218-EEC3-1167DC83715B}"/>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4594"/>
            <a:ext cx="12192000" cy="3771878"/>
          </a:xfrm>
        </p:spPr>
      </p:pic>
      <p:sp>
        <p:nvSpPr>
          <p:cNvPr id="2" name="Fußzeilenplatzhalter 1">
            <a:extLst>
              <a:ext uri="{FF2B5EF4-FFF2-40B4-BE49-F238E27FC236}">
                <a16:creationId xmlns:a16="http://schemas.microsoft.com/office/drawing/2014/main" id="{F18CFAE7-9E5D-3570-ED5C-8BB0C091FBF7}"/>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72FEF8D9-5A89-A59D-F293-413F1544AB63}"/>
              </a:ext>
            </a:extLst>
          </p:cNvPr>
          <p:cNvSpPr>
            <a:spLocks noGrp="1"/>
          </p:cNvSpPr>
          <p:nvPr>
            <p:ph type="sldNum" sz="quarter" idx="12"/>
          </p:nvPr>
        </p:nvSpPr>
        <p:spPr/>
        <p:txBody>
          <a:bodyPr/>
          <a:lstStyle/>
          <a:p>
            <a:pPr rtl="0"/>
            <a:fld id="{CBD12358-51D2-46B3-9BDE-DF29528B9454}" type="slidenum">
              <a:rPr lang="de-DE" smtClean="0"/>
              <a:t>15</a:t>
            </a:fld>
            <a:endParaRPr lang="de-DE" dirty="0"/>
          </a:p>
        </p:txBody>
      </p:sp>
    </p:spTree>
    <p:extLst>
      <p:ext uri="{BB962C8B-B14F-4D97-AF65-F5344CB8AC3E}">
        <p14:creationId xmlns:p14="http://schemas.microsoft.com/office/powerpoint/2010/main" val="1259308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2C4A1-ED47-1CCD-2461-CCEC94EAAEC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7DB71469-DC81-40DC-7A85-6C986075ABCC}"/>
              </a:ext>
            </a:extLst>
          </p:cNvPr>
          <p:cNvSpPr>
            <a:spLocks noGrp="1"/>
          </p:cNvSpPr>
          <p:nvPr>
            <p:ph type="title"/>
          </p:nvPr>
        </p:nvSpPr>
        <p:spPr>
          <a:xfrm>
            <a:off x="550863" y="508635"/>
            <a:ext cx="11090274" cy="1332000"/>
          </a:xfrm>
        </p:spPr>
        <p:txBody>
          <a:bodyPr rtlCol="0"/>
          <a:lstStyle>
            <a:defPPr>
              <a:defRPr lang="de-DE"/>
            </a:defPPr>
          </a:lstStyle>
          <a:p>
            <a:pPr rtl="0"/>
            <a:r>
              <a:rPr lang="de-DE" dirty="0"/>
              <a:t>Problem-Based Learning</a:t>
            </a:r>
          </a:p>
        </p:txBody>
      </p:sp>
      <p:sp>
        <p:nvSpPr>
          <p:cNvPr id="6" name="Inhaltsplatzhalter 5">
            <a:extLst>
              <a:ext uri="{FF2B5EF4-FFF2-40B4-BE49-F238E27FC236}">
                <a16:creationId xmlns:a16="http://schemas.microsoft.com/office/drawing/2014/main" id="{0D4A33B2-8A24-374D-B7C2-2AFC71DD1A0D}"/>
              </a:ext>
            </a:extLst>
          </p:cNvPr>
          <p:cNvSpPr>
            <a:spLocks noGrp="1"/>
          </p:cNvSpPr>
          <p:nvPr>
            <p:ph sz="half" idx="1"/>
          </p:nvPr>
        </p:nvSpPr>
        <p:spPr>
          <a:xfrm>
            <a:off x="550861" y="2097175"/>
            <a:ext cx="10480661" cy="3995650"/>
          </a:xfrm>
        </p:spPr>
        <p:txBody>
          <a:bodyPr rtlCol="0"/>
          <a:lstStyle>
            <a:defPPr>
              <a:defRPr lang="de-DE"/>
            </a:defPPr>
          </a:lstStyle>
          <a:p>
            <a:pPr marL="0" lvl="1" indent="0" rtl="0">
              <a:buNone/>
            </a:pPr>
            <a:r>
              <a:rPr lang="de-DE" dirty="0"/>
              <a:t>Problem-Based Learning (PBL) ist eine Lernmethode, bei der die Lernenden anhand eines realistischen Problems selbständig Wissen erarbeiten. Statt fertige Lösungen vorgegeben zu bekommen, analysieren sie das Problem, entwickeln Fragen und Lösungsansätze und wenden ihr Wissen anschließend auf die Problemstellung an. Dabei begleitet und unterstützt eine Person den Lernprozess als Lernbegleitung. </a:t>
            </a:r>
          </a:p>
        </p:txBody>
      </p:sp>
      <p:sp>
        <p:nvSpPr>
          <p:cNvPr id="5" name="Fußzeilenplatzhalter 4">
            <a:extLst>
              <a:ext uri="{FF2B5EF4-FFF2-40B4-BE49-F238E27FC236}">
                <a16:creationId xmlns:a16="http://schemas.microsoft.com/office/drawing/2014/main" id="{BD4256B3-07B3-7547-C6F9-ADD08C7896B6}"/>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8" name="Foliennummernplatzhalter 7">
            <a:extLst>
              <a:ext uri="{FF2B5EF4-FFF2-40B4-BE49-F238E27FC236}">
                <a16:creationId xmlns:a16="http://schemas.microsoft.com/office/drawing/2014/main" id="{4C08F1E1-8A58-6C01-68D2-B164007EF245}"/>
              </a:ext>
            </a:extLst>
          </p:cNvPr>
          <p:cNvSpPr>
            <a:spLocks noGrp="1"/>
          </p:cNvSpPr>
          <p:nvPr>
            <p:ph type="sldNum" sz="quarter" idx="12"/>
          </p:nvPr>
        </p:nvSpPr>
        <p:spPr/>
        <p:txBody>
          <a:bodyPr/>
          <a:lstStyle/>
          <a:p>
            <a:pPr rtl="0"/>
            <a:fld id="{DBA1B0FB-D917-4C8C-928F-313BD683BF39}" type="slidenum">
              <a:rPr lang="de-DE" smtClean="0"/>
              <a:t>16</a:t>
            </a:fld>
            <a:endParaRPr lang="de-DE" dirty="0"/>
          </a:p>
        </p:txBody>
      </p:sp>
    </p:spTree>
    <p:extLst>
      <p:ext uri="{BB962C8B-B14F-4D97-AF65-F5344CB8AC3E}">
        <p14:creationId xmlns:p14="http://schemas.microsoft.com/office/powerpoint/2010/main" val="3687297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F0C5D-BFC9-9169-ADB0-5754A993D0B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2ECC736B-B3EA-373F-87BC-2C4A0EE0ABA4}"/>
              </a:ext>
            </a:extLst>
          </p:cNvPr>
          <p:cNvSpPr>
            <a:spLocks noGrp="1"/>
          </p:cNvSpPr>
          <p:nvPr>
            <p:ph type="title"/>
          </p:nvPr>
        </p:nvSpPr>
        <p:spPr/>
        <p:txBody>
          <a:bodyPr rtlCol="0"/>
          <a:lstStyle>
            <a:defPPr>
              <a:defRPr lang="de-DE"/>
            </a:defPPr>
          </a:lstStyle>
          <a:p>
            <a:pPr rtl="0"/>
            <a:r>
              <a:rPr lang="de-DE" dirty="0"/>
              <a:t>Eine mögliche Grundstruktur</a:t>
            </a:r>
          </a:p>
        </p:txBody>
      </p:sp>
      <p:graphicFrame>
        <p:nvGraphicFramePr>
          <p:cNvPr id="5" name="Inhaltsplatzhalter 4">
            <a:extLst>
              <a:ext uri="{FF2B5EF4-FFF2-40B4-BE49-F238E27FC236}">
                <a16:creationId xmlns:a16="http://schemas.microsoft.com/office/drawing/2014/main" id="{6BE17566-BC96-E908-6826-F996D51A167F}"/>
              </a:ext>
            </a:extLst>
          </p:cNvPr>
          <p:cNvGraphicFramePr>
            <a:graphicFrameLocks noGrp="1"/>
          </p:cNvGraphicFramePr>
          <p:nvPr>
            <p:ph sz="half" idx="1"/>
            <p:extLst>
              <p:ext uri="{D42A27DB-BD31-4B8C-83A1-F6EECF244321}">
                <p14:modId xmlns:p14="http://schemas.microsoft.com/office/powerpoint/2010/main" val="777991755"/>
              </p:ext>
            </p:extLst>
          </p:nvPr>
        </p:nvGraphicFramePr>
        <p:xfrm>
          <a:off x="550863" y="1451295"/>
          <a:ext cx="5435600" cy="5117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Inhaltsplatzhalter 3">
            <a:extLst>
              <a:ext uri="{FF2B5EF4-FFF2-40B4-BE49-F238E27FC236}">
                <a16:creationId xmlns:a16="http://schemas.microsoft.com/office/drawing/2014/main" id="{8B02DC54-97F3-1343-24E8-CCCBA5B2C71D}"/>
              </a:ext>
            </a:extLst>
          </p:cNvPr>
          <p:cNvSpPr>
            <a:spLocks noGrp="1"/>
          </p:cNvSpPr>
          <p:nvPr>
            <p:ph sz="half" idx="13"/>
          </p:nvPr>
        </p:nvSpPr>
        <p:spPr/>
        <p:txBody>
          <a:bodyPr/>
          <a:lstStyle/>
          <a:p>
            <a:r>
              <a:rPr lang="de-DE" dirty="0"/>
              <a:t>Mögliche Anpassungen für IGZ: </a:t>
            </a:r>
          </a:p>
          <a:p>
            <a:pPr marL="285750" indent="-285750">
              <a:buFont typeface="Arial" panose="020B0604020202020204" pitchFamily="34" charset="0"/>
              <a:buChar char="•"/>
            </a:pPr>
            <a:r>
              <a:rPr lang="de-DE" dirty="0"/>
              <a:t>Unterteilung in mehrere Zykel: Teilproblem 1 </a:t>
            </a:r>
            <a:r>
              <a:rPr lang="de-DE" dirty="0">
                <a:sym typeface="Symbol" panose="05050102010706020507" pitchFamily="18" charset="2"/>
              </a:rPr>
              <a:t> Begriffe/Hintergrund erklären  …  Teilergebnis zusammenführen    Teilproblem 2   …</a:t>
            </a:r>
          </a:p>
          <a:p>
            <a:pPr marL="285750" indent="-285750">
              <a:buFont typeface="Arial" panose="020B0604020202020204" pitchFamily="34" charset="0"/>
              <a:buChar char="•"/>
            </a:pPr>
            <a:r>
              <a:rPr lang="de-DE" dirty="0">
                <a:sym typeface="Symbol" panose="05050102010706020507" pitchFamily="18" charset="2"/>
              </a:rPr>
              <a:t>Hintergrundwissen mündlich/schriftlich permanent zur Verfügung stellen</a:t>
            </a:r>
          </a:p>
          <a:p>
            <a:pPr marL="285750" indent="-285750">
              <a:buFont typeface="Arial" panose="020B0604020202020204" pitchFamily="34" charset="0"/>
              <a:buChar char="•"/>
            </a:pPr>
            <a:r>
              <a:rPr lang="de-DE" dirty="0">
                <a:sym typeface="Symbol" panose="05050102010706020507" pitchFamily="18" charset="2"/>
              </a:rPr>
              <a:t>Je Gruppe abweichende „Tiefe“ der Hilfestellungen</a:t>
            </a:r>
            <a:endParaRPr lang="de-DE" dirty="0"/>
          </a:p>
          <a:p>
            <a:endParaRPr lang="de-DE" dirty="0"/>
          </a:p>
        </p:txBody>
      </p:sp>
      <p:sp>
        <p:nvSpPr>
          <p:cNvPr id="9" name="Fußzeilenplatzhalter 8">
            <a:extLst>
              <a:ext uri="{FF2B5EF4-FFF2-40B4-BE49-F238E27FC236}">
                <a16:creationId xmlns:a16="http://schemas.microsoft.com/office/drawing/2014/main" id="{7A18343F-D61E-94D8-EE54-3947EB57B242}"/>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10" name="Foliennummernplatzhalter 9">
            <a:extLst>
              <a:ext uri="{FF2B5EF4-FFF2-40B4-BE49-F238E27FC236}">
                <a16:creationId xmlns:a16="http://schemas.microsoft.com/office/drawing/2014/main" id="{8566D8D0-B31C-0730-2449-F049B18718A5}"/>
              </a:ext>
            </a:extLst>
          </p:cNvPr>
          <p:cNvSpPr>
            <a:spLocks noGrp="1"/>
          </p:cNvSpPr>
          <p:nvPr>
            <p:ph type="sldNum" sz="quarter" idx="12"/>
          </p:nvPr>
        </p:nvSpPr>
        <p:spPr/>
        <p:txBody>
          <a:bodyPr/>
          <a:lstStyle/>
          <a:p>
            <a:pPr rtl="0"/>
            <a:fld id="{DBA1B0FB-D917-4C8C-928F-313BD683BF39}" type="slidenum">
              <a:rPr lang="de-DE" smtClean="0"/>
              <a:t>17</a:t>
            </a:fld>
            <a:endParaRPr lang="de-DE" dirty="0"/>
          </a:p>
        </p:txBody>
      </p:sp>
    </p:spTree>
    <p:extLst>
      <p:ext uri="{BB962C8B-B14F-4D97-AF65-F5344CB8AC3E}">
        <p14:creationId xmlns:p14="http://schemas.microsoft.com/office/powerpoint/2010/main" val="399242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595B4-C429-6248-1E22-002A731E0512}"/>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0B53B7F-734B-4972-A794-1E8A17687D20}"/>
              </a:ext>
            </a:extLst>
          </p:cNvPr>
          <p:cNvSpPr>
            <a:spLocks noGrp="1"/>
          </p:cNvSpPr>
          <p:nvPr>
            <p:ph type="title"/>
          </p:nvPr>
        </p:nvSpPr>
        <p:spPr>
          <a:xfrm>
            <a:off x="550863" y="508635"/>
            <a:ext cx="11090274" cy="1332000"/>
          </a:xfrm>
        </p:spPr>
        <p:txBody>
          <a:bodyPr rtlCol="0"/>
          <a:lstStyle>
            <a:defPPr>
              <a:defRPr lang="de-DE"/>
            </a:defPPr>
          </a:lstStyle>
          <a:p>
            <a:pPr rtl="0"/>
            <a:r>
              <a:rPr lang="de-DE" dirty="0"/>
              <a:t>Beispiel </a:t>
            </a:r>
          </a:p>
        </p:txBody>
      </p:sp>
      <p:sp>
        <p:nvSpPr>
          <p:cNvPr id="6" name="Inhaltsplatzhalter 5">
            <a:extLst>
              <a:ext uri="{FF2B5EF4-FFF2-40B4-BE49-F238E27FC236}">
                <a16:creationId xmlns:a16="http://schemas.microsoft.com/office/drawing/2014/main" id="{3ABCBAD6-29F9-CF31-CB9C-DAE3B4A36067}"/>
              </a:ext>
            </a:extLst>
          </p:cNvPr>
          <p:cNvSpPr>
            <a:spLocks noGrp="1"/>
          </p:cNvSpPr>
          <p:nvPr>
            <p:ph sz="half" idx="1"/>
          </p:nvPr>
        </p:nvSpPr>
        <p:spPr>
          <a:xfrm>
            <a:off x="550862" y="2097175"/>
            <a:ext cx="5435600" cy="3028498"/>
          </a:xfrm>
        </p:spPr>
        <p:txBody>
          <a:bodyPr rtlCol="0"/>
          <a:lstStyle>
            <a:defPPr>
              <a:defRPr lang="de-DE"/>
            </a:defPPr>
          </a:lstStyle>
          <a:p>
            <a:pPr marL="0" lvl="1" indent="0" rtl="0">
              <a:buNone/>
            </a:pPr>
            <a:r>
              <a:rPr lang="de-DE" b="1" u="sng" dirty="0"/>
              <a:t>Wareneingangsbuchung</a:t>
            </a:r>
          </a:p>
          <a:p>
            <a:pPr marL="0" lvl="1" indent="0">
              <a:buNone/>
            </a:pPr>
            <a:r>
              <a:rPr lang="de-DE" dirty="0"/>
              <a:t>Problem: Es soll Wareneingang gebucht werden. Doch der Standardprozess funktioniert noch nicht. </a:t>
            </a:r>
          </a:p>
          <a:p>
            <a:pPr marL="0" lvl="1" indent="0">
              <a:buNone/>
            </a:pPr>
            <a:r>
              <a:rPr lang="de-DE" dirty="0"/>
              <a:t>Aufgabe: Bucht Wareneingang für mindestens eine Bestellung</a:t>
            </a:r>
          </a:p>
        </p:txBody>
      </p:sp>
      <p:sp>
        <p:nvSpPr>
          <p:cNvPr id="5" name="Inhaltsplatzhalter 4">
            <a:extLst>
              <a:ext uri="{FF2B5EF4-FFF2-40B4-BE49-F238E27FC236}">
                <a16:creationId xmlns:a16="http://schemas.microsoft.com/office/drawing/2014/main" id="{F809CCA1-926A-0650-E9D4-138E3D40F345}"/>
              </a:ext>
            </a:extLst>
          </p:cNvPr>
          <p:cNvSpPr>
            <a:spLocks noGrp="1"/>
          </p:cNvSpPr>
          <p:nvPr>
            <p:ph sz="half" idx="13"/>
          </p:nvPr>
        </p:nvSpPr>
        <p:spPr/>
        <p:txBody>
          <a:bodyPr/>
          <a:lstStyle/>
          <a:p>
            <a:r>
              <a:rPr lang="de-DE" dirty="0"/>
              <a:t>Mögliche Teilschrittunterteilungen: </a:t>
            </a:r>
          </a:p>
          <a:p>
            <a:pPr marL="285750" indent="-285750">
              <a:buFont typeface="Arial" panose="020B0604020202020204" pitchFamily="34" charset="0"/>
              <a:buChar char="•"/>
            </a:pPr>
            <a:r>
              <a:rPr lang="de-DE" dirty="0"/>
              <a:t>Analyse der Belege</a:t>
            </a:r>
          </a:p>
          <a:p>
            <a:pPr marL="285750" indent="-285750">
              <a:buFont typeface="Arial" panose="020B0604020202020204" pitchFamily="34" charset="0"/>
              <a:buChar char="•"/>
            </a:pPr>
            <a:r>
              <a:rPr lang="de-DE" dirty="0"/>
              <a:t>Anlegen der richtigen Lagerplätze</a:t>
            </a:r>
          </a:p>
          <a:p>
            <a:pPr marL="285750" indent="-285750">
              <a:buFont typeface="Arial" panose="020B0604020202020204" pitchFamily="34" charset="0"/>
              <a:buChar char="•"/>
            </a:pPr>
            <a:r>
              <a:rPr lang="de-DE" dirty="0"/>
              <a:t>Stammdatenpflege</a:t>
            </a:r>
          </a:p>
          <a:p>
            <a:pPr marL="285750" indent="-285750">
              <a:buFont typeface="Arial" panose="020B0604020202020204" pitchFamily="34" charset="0"/>
              <a:buChar char="•"/>
            </a:pPr>
            <a:r>
              <a:rPr lang="de-DE" dirty="0"/>
              <a:t>…</a:t>
            </a:r>
          </a:p>
          <a:p>
            <a:r>
              <a:rPr lang="de-DE" dirty="0"/>
              <a:t>Für die einzelnen Teilschritte werden Materialien oder Informationen durch z.B. Erklärung zur Verfügung gestellt</a:t>
            </a:r>
          </a:p>
        </p:txBody>
      </p:sp>
      <p:sp>
        <p:nvSpPr>
          <p:cNvPr id="8" name="Fußzeilenplatzhalter 7">
            <a:extLst>
              <a:ext uri="{FF2B5EF4-FFF2-40B4-BE49-F238E27FC236}">
                <a16:creationId xmlns:a16="http://schemas.microsoft.com/office/drawing/2014/main" id="{EA85D95F-B990-9BC4-9DDD-A55F91C6ED0D}"/>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9" name="Foliennummernplatzhalter 8">
            <a:extLst>
              <a:ext uri="{FF2B5EF4-FFF2-40B4-BE49-F238E27FC236}">
                <a16:creationId xmlns:a16="http://schemas.microsoft.com/office/drawing/2014/main" id="{0D36BA88-ECA2-B652-DB95-3BDCA787CD99}"/>
              </a:ext>
            </a:extLst>
          </p:cNvPr>
          <p:cNvSpPr>
            <a:spLocks noGrp="1"/>
          </p:cNvSpPr>
          <p:nvPr>
            <p:ph type="sldNum" sz="quarter" idx="12"/>
          </p:nvPr>
        </p:nvSpPr>
        <p:spPr/>
        <p:txBody>
          <a:bodyPr/>
          <a:lstStyle/>
          <a:p>
            <a:pPr rtl="0"/>
            <a:fld id="{DBA1B0FB-D917-4C8C-928F-313BD683BF39}" type="slidenum">
              <a:rPr lang="de-DE" smtClean="0"/>
              <a:t>18</a:t>
            </a:fld>
            <a:endParaRPr lang="de-DE" dirty="0"/>
          </a:p>
        </p:txBody>
      </p:sp>
    </p:spTree>
    <p:extLst>
      <p:ext uri="{BB962C8B-B14F-4D97-AF65-F5344CB8AC3E}">
        <p14:creationId xmlns:p14="http://schemas.microsoft.com/office/powerpoint/2010/main" val="29556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45275-1814-574A-83D5-98B78CEB1D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E19435-39EF-2815-77CE-5E4183480B40}"/>
              </a:ext>
            </a:extLst>
          </p:cNvPr>
          <p:cNvSpPr>
            <a:spLocks noGrp="1"/>
          </p:cNvSpPr>
          <p:nvPr>
            <p:ph type="title"/>
          </p:nvPr>
        </p:nvSpPr>
        <p:spPr/>
        <p:txBody>
          <a:bodyPr/>
          <a:lstStyle/>
          <a:p>
            <a:r>
              <a:rPr lang="de-DE" dirty="0"/>
              <a:t>Nachbearbeitung und Materialien</a:t>
            </a:r>
          </a:p>
        </p:txBody>
      </p:sp>
      <p:sp>
        <p:nvSpPr>
          <p:cNvPr id="3" name="Inhaltsplatzhalter 2">
            <a:extLst>
              <a:ext uri="{FF2B5EF4-FFF2-40B4-BE49-F238E27FC236}">
                <a16:creationId xmlns:a16="http://schemas.microsoft.com/office/drawing/2014/main" id="{3A96D2EC-BB82-5CC9-5C45-990411F9BCCF}"/>
              </a:ext>
            </a:extLst>
          </p:cNvPr>
          <p:cNvSpPr>
            <a:spLocks noGrp="1"/>
          </p:cNvSpPr>
          <p:nvPr>
            <p:ph sz="half" idx="1"/>
          </p:nvPr>
        </p:nvSpPr>
        <p:spPr>
          <a:xfrm>
            <a:off x="550862" y="2097175"/>
            <a:ext cx="10522606" cy="3995650"/>
          </a:xfrm>
        </p:spPr>
        <p:txBody>
          <a:bodyPr/>
          <a:lstStyle/>
          <a:p>
            <a:pPr marL="285750" indent="-285750">
              <a:buFont typeface="Arial" panose="020B0604020202020204" pitchFamily="34" charset="0"/>
              <a:buChar char="•"/>
            </a:pPr>
            <a:r>
              <a:rPr lang="de-DE" dirty="0"/>
              <a:t>Fertige Anleitung zum Nachschlagen der Arbeitsschritte im Nachgang</a:t>
            </a:r>
          </a:p>
          <a:p>
            <a:pPr marL="285750" indent="-285750">
              <a:buFont typeface="Arial" panose="020B0604020202020204" pitchFamily="34" charset="0"/>
              <a:buChar char="•"/>
            </a:pPr>
            <a:r>
              <a:rPr lang="de-DE" dirty="0"/>
              <a:t>Zusammenfassung der wichtigsten Schritte (auch im/nach dem Escaperoom), um das Wissen zu festigen</a:t>
            </a:r>
          </a:p>
          <a:p>
            <a:pPr marL="285750" indent="-285750">
              <a:buFont typeface="Arial" panose="020B0604020202020204" pitchFamily="34" charset="0"/>
              <a:buChar char="•"/>
            </a:pPr>
            <a:r>
              <a:rPr lang="de-DE" dirty="0"/>
              <a:t>Spielleitung kann sowohl für Hilfe als auch allgemeine Informationen zur Verfügung stehen</a:t>
            </a:r>
          </a:p>
          <a:p>
            <a:pPr marL="285750" indent="-285750">
              <a:buFont typeface="Arial" panose="020B0604020202020204" pitchFamily="34" charset="0"/>
              <a:buChar char="•"/>
            </a:pPr>
            <a:endParaRPr lang="de-DE" dirty="0"/>
          </a:p>
        </p:txBody>
      </p:sp>
      <p:sp>
        <p:nvSpPr>
          <p:cNvPr id="4" name="Fußzeilenplatzhalter 3">
            <a:extLst>
              <a:ext uri="{FF2B5EF4-FFF2-40B4-BE49-F238E27FC236}">
                <a16:creationId xmlns:a16="http://schemas.microsoft.com/office/drawing/2014/main" id="{8022192C-A604-87E6-3C9D-1439FF710393}"/>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5" name="Foliennummernplatzhalter 4">
            <a:extLst>
              <a:ext uri="{FF2B5EF4-FFF2-40B4-BE49-F238E27FC236}">
                <a16:creationId xmlns:a16="http://schemas.microsoft.com/office/drawing/2014/main" id="{0D68C6E2-4189-BA66-2620-49AD76E07962}"/>
              </a:ext>
            </a:extLst>
          </p:cNvPr>
          <p:cNvSpPr>
            <a:spLocks noGrp="1"/>
          </p:cNvSpPr>
          <p:nvPr>
            <p:ph type="sldNum" sz="quarter" idx="12"/>
          </p:nvPr>
        </p:nvSpPr>
        <p:spPr/>
        <p:txBody>
          <a:bodyPr/>
          <a:lstStyle/>
          <a:p>
            <a:pPr rtl="0"/>
            <a:fld id="{DBA1B0FB-D917-4C8C-928F-313BD683BF39}" type="slidenum">
              <a:rPr lang="de-DE" smtClean="0"/>
              <a:t>19</a:t>
            </a:fld>
            <a:endParaRPr lang="de-DE" dirty="0"/>
          </a:p>
        </p:txBody>
      </p:sp>
    </p:spTree>
    <p:extLst>
      <p:ext uri="{BB962C8B-B14F-4D97-AF65-F5344CB8AC3E}">
        <p14:creationId xmlns:p14="http://schemas.microsoft.com/office/powerpoint/2010/main" val="596512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2DF0-158D-4DEE-282B-08135B1B90EB}"/>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8E07659D-C71D-432D-AE46-6C057EBBC371}"/>
              </a:ext>
            </a:extLst>
          </p:cNvPr>
          <p:cNvSpPr>
            <a:spLocks noGrp="1"/>
          </p:cNvSpPr>
          <p:nvPr>
            <p:ph type="title"/>
          </p:nvPr>
        </p:nvSpPr>
        <p:spPr>
          <a:xfrm>
            <a:off x="550863" y="508635"/>
            <a:ext cx="11090274" cy="1332000"/>
          </a:xfrm>
        </p:spPr>
        <p:txBody>
          <a:bodyPr rtlCol="0"/>
          <a:lstStyle>
            <a:defPPr>
              <a:defRPr lang="de-DE"/>
            </a:defPPr>
          </a:lstStyle>
          <a:p>
            <a:r>
              <a:rPr lang="de-DE" dirty="0"/>
              <a:t>Bildungs-Escaperoom </a:t>
            </a:r>
            <a:r>
              <a:rPr lang="de-DE" dirty="0" err="1"/>
              <a:t>vs</a:t>
            </a:r>
            <a:r>
              <a:rPr lang="de-DE" dirty="0"/>
              <a:t> Problem-Based Learning</a:t>
            </a:r>
          </a:p>
        </p:txBody>
      </p:sp>
      <p:graphicFrame>
        <p:nvGraphicFramePr>
          <p:cNvPr id="8" name="Inhaltsplatzhalter 7">
            <a:extLst>
              <a:ext uri="{FF2B5EF4-FFF2-40B4-BE49-F238E27FC236}">
                <a16:creationId xmlns:a16="http://schemas.microsoft.com/office/drawing/2014/main" id="{E3420BE6-E34F-8BEA-4219-4D77A72F47E1}"/>
              </a:ext>
            </a:extLst>
          </p:cNvPr>
          <p:cNvGraphicFramePr>
            <a:graphicFrameLocks noGrp="1"/>
          </p:cNvGraphicFramePr>
          <p:nvPr>
            <p:ph sz="half" idx="1"/>
            <p:extLst>
              <p:ext uri="{D42A27DB-BD31-4B8C-83A1-F6EECF244321}">
                <p14:modId xmlns:p14="http://schemas.microsoft.com/office/powerpoint/2010/main" val="2540023352"/>
              </p:ext>
            </p:extLst>
          </p:nvPr>
        </p:nvGraphicFramePr>
        <p:xfrm>
          <a:off x="550863" y="2097088"/>
          <a:ext cx="10749108" cy="2865120"/>
        </p:xfrm>
        <a:graphic>
          <a:graphicData uri="http://schemas.openxmlformats.org/drawingml/2006/table">
            <a:tbl>
              <a:tblPr firstRow="1" bandRow="1">
                <a:tableStyleId>{72833802-FEF1-4C79-8D5D-14CF1EAF98D9}</a:tableStyleId>
              </a:tblPr>
              <a:tblGrid>
                <a:gridCol w="3583036">
                  <a:extLst>
                    <a:ext uri="{9D8B030D-6E8A-4147-A177-3AD203B41FA5}">
                      <a16:colId xmlns:a16="http://schemas.microsoft.com/office/drawing/2014/main" val="203437329"/>
                    </a:ext>
                  </a:extLst>
                </a:gridCol>
                <a:gridCol w="3583036">
                  <a:extLst>
                    <a:ext uri="{9D8B030D-6E8A-4147-A177-3AD203B41FA5}">
                      <a16:colId xmlns:a16="http://schemas.microsoft.com/office/drawing/2014/main" val="45400297"/>
                    </a:ext>
                  </a:extLst>
                </a:gridCol>
                <a:gridCol w="3583036">
                  <a:extLst>
                    <a:ext uri="{9D8B030D-6E8A-4147-A177-3AD203B41FA5}">
                      <a16:colId xmlns:a16="http://schemas.microsoft.com/office/drawing/2014/main" val="2714581422"/>
                    </a:ext>
                  </a:extLst>
                </a:gridCol>
              </a:tblGrid>
              <a:tr h="370840">
                <a:tc>
                  <a:txBody>
                    <a:bodyPr/>
                    <a:lstStyle/>
                    <a:p>
                      <a:endParaRPr lang="de-DE"/>
                    </a:p>
                  </a:txBody>
                  <a:tcPr/>
                </a:tc>
                <a:tc>
                  <a:txBody>
                    <a:bodyPr/>
                    <a:lstStyle/>
                    <a:p>
                      <a:r>
                        <a:rPr lang="de-DE" dirty="0"/>
                        <a:t>Bildungs-Escaperoom</a:t>
                      </a:r>
                    </a:p>
                  </a:txBody>
                  <a:tcPr/>
                </a:tc>
                <a:tc>
                  <a:txBody>
                    <a:bodyPr/>
                    <a:lstStyle/>
                    <a:p>
                      <a:r>
                        <a:rPr lang="de-DE" dirty="0"/>
                        <a:t>Problem-Based Learning</a:t>
                      </a:r>
                    </a:p>
                  </a:txBody>
                  <a:tcPr/>
                </a:tc>
                <a:extLst>
                  <a:ext uri="{0D108BD9-81ED-4DB2-BD59-A6C34878D82A}">
                    <a16:rowId xmlns:a16="http://schemas.microsoft.com/office/drawing/2014/main" val="3366585096"/>
                  </a:ext>
                </a:extLst>
              </a:tr>
              <a:tr h="370840">
                <a:tc>
                  <a:txBody>
                    <a:bodyPr/>
                    <a:lstStyle/>
                    <a:p>
                      <a:r>
                        <a:rPr lang="de-DE" dirty="0"/>
                        <a:t>Ausgangspunkt</a:t>
                      </a:r>
                    </a:p>
                  </a:txBody>
                  <a:tcPr/>
                </a:tc>
                <a:tc>
                  <a:txBody>
                    <a:bodyPr/>
                    <a:lstStyle/>
                    <a:p>
                      <a:r>
                        <a:rPr lang="de-DE" dirty="0"/>
                        <a:t>Szenario/Herausforderung</a:t>
                      </a:r>
                    </a:p>
                  </a:txBody>
                  <a:tcPr/>
                </a:tc>
                <a:tc>
                  <a:txBody>
                    <a:bodyPr/>
                    <a:lstStyle/>
                    <a:p>
                      <a:r>
                        <a:rPr lang="de-DE" dirty="0"/>
                        <a:t>(komplexes) Problem</a:t>
                      </a:r>
                    </a:p>
                  </a:txBody>
                  <a:tcPr/>
                </a:tc>
                <a:extLst>
                  <a:ext uri="{0D108BD9-81ED-4DB2-BD59-A6C34878D82A}">
                    <a16:rowId xmlns:a16="http://schemas.microsoft.com/office/drawing/2014/main" val="2072806115"/>
                  </a:ext>
                </a:extLst>
              </a:tr>
              <a:tr h="370840">
                <a:tc>
                  <a:txBody>
                    <a:bodyPr/>
                    <a:lstStyle/>
                    <a:p>
                      <a:r>
                        <a:rPr lang="de-DE" dirty="0"/>
                        <a:t>Struktur</a:t>
                      </a:r>
                    </a:p>
                  </a:txBody>
                  <a:tcPr/>
                </a:tc>
                <a:tc>
                  <a:txBody>
                    <a:bodyPr/>
                    <a:lstStyle/>
                    <a:p>
                      <a:r>
                        <a:rPr lang="de-DE" dirty="0"/>
                        <a:t>Eher stark vorgegeben</a:t>
                      </a:r>
                    </a:p>
                  </a:txBody>
                  <a:tcPr/>
                </a:tc>
                <a:tc>
                  <a:txBody>
                    <a:bodyPr/>
                    <a:lstStyle/>
                    <a:p>
                      <a:r>
                        <a:rPr lang="de-DE" dirty="0"/>
                        <a:t>Eher offen</a:t>
                      </a:r>
                    </a:p>
                  </a:txBody>
                  <a:tcPr/>
                </a:tc>
                <a:extLst>
                  <a:ext uri="{0D108BD9-81ED-4DB2-BD59-A6C34878D82A}">
                    <a16:rowId xmlns:a16="http://schemas.microsoft.com/office/drawing/2014/main" val="1624857615"/>
                  </a:ext>
                </a:extLst>
              </a:tr>
              <a:tr h="370840">
                <a:tc>
                  <a:txBody>
                    <a:bodyPr/>
                    <a:lstStyle/>
                    <a:p>
                      <a:r>
                        <a:rPr lang="de-DE" dirty="0"/>
                        <a:t>Zusammenarbeit</a:t>
                      </a:r>
                    </a:p>
                  </a:txBody>
                  <a:tcPr/>
                </a:tc>
                <a:tc>
                  <a:txBody>
                    <a:bodyPr/>
                    <a:lstStyle/>
                    <a:p>
                      <a:r>
                        <a:rPr lang="de-DE" dirty="0"/>
                        <a:t>Sehr wichtig</a:t>
                      </a:r>
                    </a:p>
                  </a:txBody>
                  <a:tcPr/>
                </a:tc>
                <a:tc>
                  <a:txBody>
                    <a:bodyPr/>
                    <a:lstStyle/>
                    <a:p>
                      <a:r>
                        <a:rPr lang="de-DE" dirty="0"/>
                        <a:t>Sehr wichtig</a:t>
                      </a:r>
                    </a:p>
                  </a:txBody>
                  <a:tcPr/>
                </a:tc>
                <a:extLst>
                  <a:ext uri="{0D108BD9-81ED-4DB2-BD59-A6C34878D82A}">
                    <a16:rowId xmlns:a16="http://schemas.microsoft.com/office/drawing/2014/main" val="4056369524"/>
                  </a:ext>
                </a:extLst>
              </a:tr>
              <a:tr h="370840">
                <a:tc>
                  <a:txBody>
                    <a:bodyPr/>
                    <a:lstStyle/>
                    <a:p>
                      <a:r>
                        <a:rPr lang="de-DE" dirty="0"/>
                        <a:t>Lernweg</a:t>
                      </a:r>
                    </a:p>
                  </a:txBody>
                  <a:tcPr/>
                </a:tc>
                <a:tc>
                  <a:txBody>
                    <a:bodyPr/>
                    <a:lstStyle/>
                    <a:p>
                      <a:r>
                        <a:rPr lang="de-DE" dirty="0"/>
                        <a:t>Durch Aufgaben/Rätsel gelenkt</a:t>
                      </a:r>
                    </a:p>
                  </a:txBody>
                  <a:tcPr/>
                </a:tc>
                <a:tc>
                  <a:txBody>
                    <a:bodyPr/>
                    <a:lstStyle/>
                    <a:p>
                      <a:r>
                        <a:rPr lang="de-DE" dirty="0"/>
                        <a:t>Weitgehend selbst gesteuert</a:t>
                      </a:r>
                    </a:p>
                  </a:txBody>
                  <a:tcPr/>
                </a:tc>
                <a:extLst>
                  <a:ext uri="{0D108BD9-81ED-4DB2-BD59-A6C34878D82A}">
                    <a16:rowId xmlns:a16="http://schemas.microsoft.com/office/drawing/2014/main" val="1503665515"/>
                  </a:ext>
                </a:extLst>
              </a:tr>
              <a:tr h="370840">
                <a:tc>
                  <a:txBody>
                    <a:bodyPr/>
                    <a:lstStyle/>
                    <a:p>
                      <a:r>
                        <a:rPr lang="de-DE" dirty="0"/>
                        <a:t>Trainerrolle</a:t>
                      </a:r>
                    </a:p>
                  </a:txBody>
                  <a:tcPr/>
                </a:tc>
                <a:tc>
                  <a:txBody>
                    <a:bodyPr/>
                    <a:lstStyle/>
                    <a:p>
                      <a:r>
                        <a:rPr lang="de-DE" dirty="0"/>
                        <a:t>Spiel-/Lernbegleitung</a:t>
                      </a:r>
                    </a:p>
                  </a:txBody>
                  <a:tcPr/>
                </a:tc>
                <a:tc>
                  <a:txBody>
                    <a:bodyPr/>
                    <a:lstStyle/>
                    <a:p>
                      <a:r>
                        <a:rPr lang="de-DE" dirty="0"/>
                        <a:t>Coach/Tutor</a:t>
                      </a:r>
                    </a:p>
                  </a:txBody>
                  <a:tcPr/>
                </a:tc>
                <a:extLst>
                  <a:ext uri="{0D108BD9-81ED-4DB2-BD59-A6C34878D82A}">
                    <a16:rowId xmlns:a16="http://schemas.microsoft.com/office/drawing/2014/main" val="2283036602"/>
                  </a:ext>
                </a:extLst>
              </a:tr>
              <a:tr h="370840">
                <a:tc>
                  <a:txBody>
                    <a:bodyPr/>
                    <a:lstStyle/>
                    <a:p>
                      <a:r>
                        <a:rPr lang="de-DE" dirty="0"/>
                        <a:t>Ziel</a:t>
                      </a:r>
                    </a:p>
                  </a:txBody>
                  <a:tcPr/>
                </a:tc>
                <a:tc>
                  <a:txBody>
                    <a:bodyPr/>
                    <a:lstStyle/>
                    <a:p>
                      <a:r>
                        <a:rPr lang="de-DE" dirty="0"/>
                        <a:t>Wissen anwenden + erweitern</a:t>
                      </a:r>
                    </a:p>
                  </a:txBody>
                  <a:tcPr/>
                </a:tc>
                <a:tc>
                  <a:txBody>
                    <a:bodyPr/>
                    <a:lstStyle/>
                    <a:p>
                      <a:r>
                        <a:rPr lang="de-DE" dirty="0"/>
                        <a:t>Problemlösefähigkeit + selbstständiges Lernen</a:t>
                      </a:r>
                    </a:p>
                  </a:txBody>
                  <a:tcPr/>
                </a:tc>
                <a:extLst>
                  <a:ext uri="{0D108BD9-81ED-4DB2-BD59-A6C34878D82A}">
                    <a16:rowId xmlns:a16="http://schemas.microsoft.com/office/drawing/2014/main" val="4038856563"/>
                  </a:ext>
                </a:extLst>
              </a:tr>
            </a:tbl>
          </a:graphicData>
        </a:graphic>
      </p:graphicFrame>
      <p:sp>
        <p:nvSpPr>
          <p:cNvPr id="9" name="Fußzeilenplatzhalter 8">
            <a:extLst>
              <a:ext uri="{FF2B5EF4-FFF2-40B4-BE49-F238E27FC236}">
                <a16:creationId xmlns:a16="http://schemas.microsoft.com/office/drawing/2014/main" id="{555F2B48-3821-E36B-8A17-1ED41E8485C9}"/>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10" name="Foliennummernplatzhalter 9">
            <a:extLst>
              <a:ext uri="{FF2B5EF4-FFF2-40B4-BE49-F238E27FC236}">
                <a16:creationId xmlns:a16="http://schemas.microsoft.com/office/drawing/2014/main" id="{669057D3-DA0C-8378-303D-CE7693DF6DCC}"/>
              </a:ext>
            </a:extLst>
          </p:cNvPr>
          <p:cNvSpPr>
            <a:spLocks noGrp="1"/>
          </p:cNvSpPr>
          <p:nvPr>
            <p:ph type="sldNum" sz="quarter" idx="12"/>
          </p:nvPr>
        </p:nvSpPr>
        <p:spPr/>
        <p:txBody>
          <a:bodyPr/>
          <a:lstStyle/>
          <a:p>
            <a:pPr rtl="0"/>
            <a:fld id="{DBA1B0FB-D917-4C8C-928F-313BD683BF39}" type="slidenum">
              <a:rPr lang="de-DE" smtClean="0"/>
              <a:t>20</a:t>
            </a:fld>
            <a:endParaRPr lang="de-DE" dirty="0"/>
          </a:p>
        </p:txBody>
      </p:sp>
    </p:spTree>
    <p:extLst>
      <p:ext uri="{BB962C8B-B14F-4D97-AF65-F5344CB8AC3E}">
        <p14:creationId xmlns:p14="http://schemas.microsoft.com/office/powerpoint/2010/main" val="1296763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1359-BF4C-C4F0-3A09-ADC0ECB14FA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698930E-2CD7-3973-8604-222820F0A454}"/>
              </a:ext>
            </a:extLst>
          </p:cNvPr>
          <p:cNvSpPr>
            <a:spLocks noGrp="1"/>
          </p:cNvSpPr>
          <p:nvPr>
            <p:ph type="ctrTitle"/>
          </p:nvPr>
        </p:nvSpPr>
        <p:spPr>
          <a:xfrm>
            <a:off x="550863" y="4045464"/>
            <a:ext cx="11115355" cy="2286000"/>
          </a:xfrm>
          <a:noFill/>
        </p:spPr>
        <p:txBody>
          <a:bodyPr rtlCol="0" anchor="ctr"/>
          <a:lstStyle>
            <a:defPPr>
              <a:defRPr lang="de-DE"/>
            </a:defPPr>
          </a:lstStyle>
          <a:p>
            <a:pPr rtl="0"/>
            <a:r>
              <a:rPr lang="de-DE" dirty="0"/>
              <a:t>Weitere Ansätze</a:t>
            </a:r>
          </a:p>
        </p:txBody>
      </p:sp>
      <p:pic>
        <p:nvPicPr>
          <p:cNvPr id="11" name="Bildplatzhalter 15" descr="Digitaler Hintergrund für Datenpunkte">
            <a:extLst>
              <a:ext uri="{FF2B5EF4-FFF2-40B4-BE49-F238E27FC236}">
                <a16:creationId xmlns:a16="http://schemas.microsoft.com/office/drawing/2014/main" id="{B01A7210-B9FA-9815-970B-029EF3A5D9E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4594"/>
            <a:ext cx="12192000" cy="3771878"/>
          </a:xfrm>
        </p:spPr>
      </p:pic>
      <p:sp>
        <p:nvSpPr>
          <p:cNvPr id="2" name="Fußzeilenplatzhalter 1">
            <a:extLst>
              <a:ext uri="{FF2B5EF4-FFF2-40B4-BE49-F238E27FC236}">
                <a16:creationId xmlns:a16="http://schemas.microsoft.com/office/drawing/2014/main" id="{B39A01F8-25FE-12BD-85D9-AC6A00D88843}"/>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12A180B1-3838-F589-01C2-B050E1E9575D}"/>
              </a:ext>
            </a:extLst>
          </p:cNvPr>
          <p:cNvSpPr>
            <a:spLocks noGrp="1"/>
          </p:cNvSpPr>
          <p:nvPr>
            <p:ph type="sldNum" sz="quarter" idx="12"/>
          </p:nvPr>
        </p:nvSpPr>
        <p:spPr/>
        <p:txBody>
          <a:bodyPr/>
          <a:lstStyle/>
          <a:p>
            <a:pPr rtl="0"/>
            <a:fld id="{CBD12358-51D2-46B3-9BDE-DF29528B9454}" type="slidenum">
              <a:rPr lang="de-DE" smtClean="0"/>
              <a:t>21</a:t>
            </a:fld>
            <a:endParaRPr lang="de-DE" dirty="0"/>
          </a:p>
        </p:txBody>
      </p:sp>
    </p:spTree>
    <p:extLst>
      <p:ext uri="{BB962C8B-B14F-4D97-AF65-F5344CB8AC3E}">
        <p14:creationId xmlns:p14="http://schemas.microsoft.com/office/powerpoint/2010/main" val="410340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72343A-9CB0-F2AD-EF62-5DEE3E97F956}"/>
              </a:ext>
            </a:extLst>
          </p:cNvPr>
          <p:cNvSpPr>
            <a:spLocks noGrp="1"/>
          </p:cNvSpPr>
          <p:nvPr>
            <p:ph type="title"/>
          </p:nvPr>
        </p:nvSpPr>
        <p:spPr>
          <a:xfrm>
            <a:off x="550862" y="498474"/>
            <a:ext cx="7960421" cy="1450217"/>
          </a:xfrm>
        </p:spPr>
        <p:txBody>
          <a:bodyPr rtlCol="0"/>
          <a:lstStyle>
            <a:defPPr>
              <a:defRPr lang="de-DE"/>
            </a:defPPr>
          </a:lstStyle>
          <a:p>
            <a:pPr rtl="0"/>
            <a:r>
              <a:rPr lang="de-DE" dirty="0"/>
              <a:t>Ansätze</a:t>
            </a:r>
          </a:p>
        </p:txBody>
      </p:sp>
      <p:sp>
        <p:nvSpPr>
          <p:cNvPr id="3" name="Inhaltsplatzhalter 2">
            <a:extLst>
              <a:ext uri="{FF2B5EF4-FFF2-40B4-BE49-F238E27FC236}">
                <a16:creationId xmlns:a16="http://schemas.microsoft.com/office/drawing/2014/main" id="{1C6744DD-5BC8-42C8-4313-13CE95ED575B}"/>
              </a:ext>
            </a:extLst>
          </p:cNvPr>
          <p:cNvSpPr>
            <a:spLocks noGrp="1"/>
          </p:cNvSpPr>
          <p:nvPr>
            <p:ph idx="1"/>
          </p:nvPr>
        </p:nvSpPr>
        <p:spPr>
          <a:xfrm>
            <a:off x="581343" y="2103039"/>
            <a:ext cx="7929940" cy="3979625"/>
          </a:xfrm>
        </p:spPr>
        <p:txBody>
          <a:bodyPr rtlCol="0"/>
          <a:lstStyle>
            <a:defPPr>
              <a:defRPr lang="de-DE"/>
            </a:defPPr>
          </a:lstStyle>
          <a:p>
            <a:pPr rtl="0"/>
            <a:r>
              <a:rPr lang="de-DE" dirty="0" err="1"/>
              <a:t>Flipped</a:t>
            </a:r>
            <a:r>
              <a:rPr lang="de-DE" dirty="0"/>
              <a:t> Classroom</a:t>
            </a:r>
          </a:p>
          <a:p>
            <a:pPr rtl="0"/>
            <a:r>
              <a:rPr lang="de-DE" dirty="0"/>
              <a:t>Case-Based Learning </a:t>
            </a:r>
          </a:p>
          <a:p>
            <a:pPr rtl="0"/>
            <a:r>
              <a:rPr lang="de-DE" dirty="0"/>
              <a:t>Think-Pair-Share</a:t>
            </a:r>
          </a:p>
          <a:p>
            <a:pPr rtl="0"/>
            <a:r>
              <a:rPr lang="de-DE" dirty="0"/>
              <a:t>„erweiterter“ Buchclub</a:t>
            </a:r>
          </a:p>
        </p:txBody>
      </p:sp>
      <p:sp>
        <p:nvSpPr>
          <p:cNvPr id="4" name="Fußzeilenplatzhalter 3">
            <a:extLst>
              <a:ext uri="{FF2B5EF4-FFF2-40B4-BE49-F238E27FC236}">
                <a16:creationId xmlns:a16="http://schemas.microsoft.com/office/drawing/2014/main" id="{2D7773AB-8847-60F5-2A1E-E673817E4F55}"/>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5" name="Foliennummernplatzhalter 4">
            <a:extLst>
              <a:ext uri="{FF2B5EF4-FFF2-40B4-BE49-F238E27FC236}">
                <a16:creationId xmlns:a16="http://schemas.microsoft.com/office/drawing/2014/main" id="{5C12BB30-23EA-22AA-65D1-40BD055ED8F5}"/>
              </a:ext>
            </a:extLst>
          </p:cNvPr>
          <p:cNvSpPr>
            <a:spLocks noGrp="1"/>
          </p:cNvSpPr>
          <p:nvPr>
            <p:ph type="sldNum" sz="quarter" idx="12"/>
          </p:nvPr>
        </p:nvSpPr>
        <p:spPr/>
        <p:txBody>
          <a:bodyPr/>
          <a:lstStyle/>
          <a:p>
            <a:pPr rtl="0"/>
            <a:fld id="{DBA1B0FB-D917-4C8C-928F-313BD683BF39}" type="slidenum">
              <a:rPr lang="de-DE" smtClean="0"/>
              <a:t>22</a:t>
            </a:fld>
            <a:endParaRPr lang="de-DE" dirty="0"/>
          </a:p>
        </p:txBody>
      </p:sp>
    </p:spTree>
    <p:extLst>
      <p:ext uri="{BB962C8B-B14F-4D97-AF65-F5344CB8AC3E}">
        <p14:creationId xmlns:p14="http://schemas.microsoft.com/office/powerpoint/2010/main" val="652841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59D4-0666-788B-1C1C-A63EF760E516}"/>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AFCA741D-DD75-0A03-35C3-3619B4F7A114}"/>
              </a:ext>
            </a:extLst>
          </p:cNvPr>
          <p:cNvSpPr>
            <a:spLocks noGrp="1"/>
          </p:cNvSpPr>
          <p:nvPr>
            <p:ph type="ctrTitle"/>
          </p:nvPr>
        </p:nvSpPr>
        <p:spPr>
          <a:xfrm>
            <a:off x="550863" y="4045464"/>
            <a:ext cx="11115355" cy="2286000"/>
          </a:xfrm>
          <a:noFill/>
        </p:spPr>
        <p:txBody>
          <a:bodyPr rtlCol="0" anchor="ctr"/>
          <a:lstStyle>
            <a:defPPr>
              <a:defRPr lang="de-DE"/>
            </a:defPPr>
          </a:lstStyle>
          <a:p>
            <a:pPr rtl="0"/>
            <a:r>
              <a:rPr lang="de-DE" dirty="0"/>
              <a:t>Fragen?</a:t>
            </a:r>
          </a:p>
        </p:txBody>
      </p:sp>
      <p:pic>
        <p:nvPicPr>
          <p:cNvPr id="11" name="Bildplatzhalter 15" descr="Digitaler Hintergrund für Datenpunkte">
            <a:extLst>
              <a:ext uri="{FF2B5EF4-FFF2-40B4-BE49-F238E27FC236}">
                <a16:creationId xmlns:a16="http://schemas.microsoft.com/office/drawing/2014/main" id="{7339FEC2-3F6D-51D0-21E4-AC30808CBD64}"/>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4594"/>
            <a:ext cx="12192000" cy="3771878"/>
          </a:xfrm>
        </p:spPr>
      </p:pic>
      <p:sp>
        <p:nvSpPr>
          <p:cNvPr id="2" name="Fußzeilenplatzhalter 1">
            <a:extLst>
              <a:ext uri="{FF2B5EF4-FFF2-40B4-BE49-F238E27FC236}">
                <a16:creationId xmlns:a16="http://schemas.microsoft.com/office/drawing/2014/main" id="{82D2ACF1-67CF-B419-E122-506EBFE10E74}"/>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7418246E-B0B1-53FF-BA44-C1481247C313}"/>
              </a:ext>
            </a:extLst>
          </p:cNvPr>
          <p:cNvSpPr>
            <a:spLocks noGrp="1"/>
          </p:cNvSpPr>
          <p:nvPr>
            <p:ph type="sldNum" sz="quarter" idx="12"/>
          </p:nvPr>
        </p:nvSpPr>
        <p:spPr/>
        <p:txBody>
          <a:bodyPr/>
          <a:lstStyle/>
          <a:p>
            <a:pPr rtl="0"/>
            <a:fld id="{CBD12358-51D2-46B3-9BDE-DF29528B9454}" type="slidenum">
              <a:rPr lang="de-DE" smtClean="0"/>
              <a:t>23</a:t>
            </a:fld>
            <a:endParaRPr lang="de-DE" dirty="0"/>
          </a:p>
        </p:txBody>
      </p:sp>
    </p:spTree>
    <p:extLst>
      <p:ext uri="{BB962C8B-B14F-4D97-AF65-F5344CB8AC3E}">
        <p14:creationId xmlns:p14="http://schemas.microsoft.com/office/powerpoint/2010/main" val="419699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BAC361-0D7A-DC05-86B5-6DD77D322F5B}"/>
              </a:ext>
            </a:extLst>
          </p:cNvPr>
          <p:cNvSpPr>
            <a:spLocks noGrp="1"/>
          </p:cNvSpPr>
          <p:nvPr>
            <p:ph type="title"/>
          </p:nvPr>
        </p:nvSpPr>
        <p:spPr>
          <a:xfrm>
            <a:off x="549536" y="549274"/>
            <a:ext cx="5179330" cy="2841829"/>
          </a:xfrm>
          <a:noFill/>
        </p:spPr>
        <p:txBody>
          <a:bodyPr rtlCol="0" anchor="b">
            <a:normAutofit/>
          </a:bodyPr>
          <a:lstStyle>
            <a:defPPr>
              <a:defRPr lang="de-DE"/>
            </a:defPPr>
          </a:lstStyle>
          <a:p>
            <a:pPr rtl="0"/>
            <a:r>
              <a:rPr lang="de-DE"/>
              <a:t>Vielen Dank</a:t>
            </a:r>
          </a:p>
        </p:txBody>
      </p:sp>
      <p:pic>
        <p:nvPicPr>
          <p:cNvPr id="25" name="Bildplatzhalter 24" descr="Nahaufnahme eines Netzwerks">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 b="1"/>
          <a:stretch/>
        </p:blipFill>
        <p:spPr>
          <a:xfrm>
            <a:off x="5926138" y="549275"/>
            <a:ext cx="5654675" cy="5788025"/>
          </a:xfrm>
        </p:spPr>
      </p:pic>
      <p:sp>
        <p:nvSpPr>
          <p:cNvPr id="3" name="Fußzeilenplatzhalter 2">
            <a:extLst>
              <a:ext uri="{FF2B5EF4-FFF2-40B4-BE49-F238E27FC236}">
                <a16:creationId xmlns:a16="http://schemas.microsoft.com/office/drawing/2014/main" id="{ECBBEA94-F4FD-3739-073E-8D1099ACE12B}"/>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E0FBCDDD-FA80-0E39-F560-21416A957D63}"/>
              </a:ext>
            </a:extLst>
          </p:cNvPr>
          <p:cNvSpPr>
            <a:spLocks noGrp="1"/>
          </p:cNvSpPr>
          <p:nvPr>
            <p:ph type="sldNum" sz="quarter" idx="12"/>
          </p:nvPr>
        </p:nvSpPr>
        <p:spPr/>
        <p:txBody>
          <a:bodyPr/>
          <a:lstStyle/>
          <a:p>
            <a:pPr rtl="0"/>
            <a:fld id="{DBA1B0FB-D917-4C8C-928F-313BD683BF39}" type="slidenum">
              <a:rPr lang="de-DE" smtClean="0"/>
              <a:t>24</a:t>
            </a:fld>
            <a:endParaRPr lang="de-DE" dirty="0"/>
          </a:p>
        </p:txBody>
      </p:sp>
    </p:spTree>
    <p:extLst>
      <p:ext uri="{BB962C8B-B14F-4D97-AF65-F5344CB8AC3E}">
        <p14:creationId xmlns:p14="http://schemas.microsoft.com/office/powerpoint/2010/main" val="2547630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B6515-1860-0BBD-BABD-C0CC0AFEE6F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54509C1-A710-8144-C699-1E705E7A5E76}"/>
              </a:ext>
            </a:extLst>
          </p:cNvPr>
          <p:cNvSpPr>
            <a:spLocks noGrp="1"/>
          </p:cNvSpPr>
          <p:nvPr>
            <p:ph type="ctrTitle"/>
          </p:nvPr>
        </p:nvSpPr>
        <p:spPr>
          <a:xfrm>
            <a:off x="550863" y="4045464"/>
            <a:ext cx="11115355" cy="2286000"/>
          </a:xfrm>
          <a:noFill/>
        </p:spPr>
        <p:txBody>
          <a:bodyPr rtlCol="0" anchor="ctr"/>
          <a:lstStyle>
            <a:defPPr>
              <a:defRPr lang="de-DE"/>
            </a:defPPr>
          </a:lstStyle>
          <a:p>
            <a:pPr rtl="0"/>
            <a:r>
              <a:rPr lang="de-DE" dirty="0"/>
              <a:t>Ansätze - Backup</a:t>
            </a:r>
          </a:p>
        </p:txBody>
      </p:sp>
      <p:pic>
        <p:nvPicPr>
          <p:cNvPr id="11" name="Bildplatzhalter 15" descr="Digitaler Hintergrund für Datenpunkte">
            <a:extLst>
              <a:ext uri="{FF2B5EF4-FFF2-40B4-BE49-F238E27FC236}">
                <a16:creationId xmlns:a16="http://schemas.microsoft.com/office/drawing/2014/main" id="{1D72A502-CEEA-BC51-F656-DFC54DFF9AA3}"/>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4594"/>
            <a:ext cx="12192000" cy="3771878"/>
          </a:xfrm>
        </p:spPr>
      </p:pic>
      <p:sp>
        <p:nvSpPr>
          <p:cNvPr id="2" name="Fußzeilenplatzhalter 1">
            <a:extLst>
              <a:ext uri="{FF2B5EF4-FFF2-40B4-BE49-F238E27FC236}">
                <a16:creationId xmlns:a16="http://schemas.microsoft.com/office/drawing/2014/main" id="{BE56D23A-6995-B096-0BA6-3A9B79304B5A}"/>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AAF7D747-65D1-5B44-5150-D1D942E99676}"/>
              </a:ext>
            </a:extLst>
          </p:cNvPr>
          <p:cNvSpPr>
            <a:spLocks noGrp="1"/>
          </p:cNvSpPr>
          <p:nvPr>
            <p:ph type="sldNum" sz="quarter" idx="12"/>
          </p:nvPr>
        </p:nvSpPr>
        <p:spPr/>
        <p:txBody>
          <a:bodyPr/>
          <a:lstStyle/>
          <a:p>
            <a:pPr rtl="0"/>
            <a:fld id="{CBD12358-51D2-46B3-9BDE-DF29528B9454}" type="slidenum">
              <a:rPr lang="de-DE" smtClean="0"/>
              <a:t>25</a:t>
            </a:fld>
            <a:endParaRPr lang="de-DE" dirty="0"/>
          </a:p>
        </p:txBody>
      </p:sp>
    </p:spTree>
    <p:extLst>
      <p:ext uri="{BB962C8B-B14F-4D97-AF65-F5344CB8AC3E}">
        <p14:creationId xmlns:p14="http://schemas.microsoft.com/office/powerpoint/2010/main" val="184679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6473B-6146-6D73-3C9B-4A0CF10F700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0B02FC9-15B0-65C8-79F1-3A22D573DBFE}"/>
              </a:ext>
            </a:extLst>
          </p:cNvPr>
          <p:cNvSpPr>
            <a:spLocks noGrp="1"/>
          </p:cNvSpPr>
          <p:nvPr>
            <p:ph type="title"/>
          </p:nvPr>
        </p:nvSpPr>
        <p:spPr>
          <a:xfrm>
            <a:off x="550863" y="508635"/>
            <a:ext cx="11090274" cy="1332000"/>
          </a:xfrm>
        </p:spPr>
        <p:txBody>
          <a:bodyPr rtlCol="0"/>
          <a:lstStyle>
            <a:defPPr>
              <a:defRPr lang="de-DE"/>
            </a:defPPr>
          </a:lstStyle>
          <a:p>
            <a:pPr rtl="0"/>
            <a:r>
              <a:rPr lang="de-DE" dirty="0" err="1"/>
              <a:t>Flipped</a:t>
            </a:r>
            <a:r>
              <a:rPr lang="de-DE" dirty="0"/>
              <a:t> Classroom</a:t>
            </a:r>
          </a:p>
        </p:txBody>
      </p:sp>
      <p:sp>
        <p:nvSpPr>
          <p:cNvPr id="6" name="Inhaltsplatzhalter 5">
            <a:extLst>
              <a:ext uri="{FF2B5EF4-FFF2-40B4-BE49-F238E27FC236}">
                <a16:creationId xmlns:a16="http://schemas.microsoft.com/office/drawing/2014/main" id="{C7DBFC70-CE2B-70E7-D327-79162EEB9D11}"/>
              </a:ext>
            </a:extLst>
          </p:cNvPr>
          <p:cNvSpPr>
            <a:spLocks noGrp="1"/>
          </p:cNvSpPr>
          <p:nvPr>
            <p:ph sz="half" idx="1"/>
          </p:nvPr>
        </p:nvSpPr>
        <p:spPr>
          <a:xfrm>
            <a:off x="550862" y="2097175"/>
            <a:ext cx="5435600" cy="3995650"/>
          </a:xfrm>
        </p:spPr>
        <p:txBody>
          <a:bodyPr rtlCol="0"/>
          <a:lstStyle>
            <a:defPPr>
              <a:defRPr lang="de-DE"/>
            </a:defPPr>
          </a:lstStyle>
          <a:p>
            <a:pPr lvl="1" rtl="0"/>
            <a:r>
              <a:rPr lang="de-DE" dirty="0"/>
              <a:t>Bearbeitung Material „Zuhause“ (zuvor)</a:t>
            </a:r>
          </a:p>
          <a:p>
            <a:pPr lvl="1" rtl="0"/>
            <a:r>
              <a:rPr lang="de-DE" dirty="0"/>
              <a:t>Fragen und Vertiefung in den Treffen (durch Anleitung einer Person</a:t>
            </a:r>
          </a:p>
        </p:txBody>
      </p:sp>
      <p:sp>
        <p:nvSpPr>
          <p:cNvPr id="7" name="Inhaltsplatzhalter 6">
            <a:extLst>
              <a:ext uri="{FF2B5EF4-FFF2-40B4-BE49-F238E27FC236}">
                <a16:creationId xmlns:a16="http://schemas.microsoft.com/office/drawing/2014/main" id="{51BA656C-6106-F8B7-B8B2-D27A57B85144}"/>
              </a:ext>
            </a:extLst>
          </p:cNvPr>
          <p:cNvSpPr>
            <a:spLocks noGrp="1"/>
          </p:cNvSpPr>
          <p:nvPr>
            <p:ph sz="half" idx="13"/>
          </p:nvPr>
        </p:nvSpPr>
        <p:spPr>
          <a:xfrm>
            <a:off x="6205540" y="2097175"/>
            <a:ext cx="5435600" cy="3995650"/>
          </a:xfrm>
        </p:spPr>
        <p:txBody>
          <a:bodyPr rtlCol="0">
            <a:normAutofit/>
          </a:bodyPr>
          <a:lstStyle>
            <a:defPPr>
              <a:defRPr lang="de-DE"/>
            </a:defPPr>
          </a:lstStyle>
          <a:p>
            <a:pPr rtl="0"/>
            <a:r>
              <a:rPr lang="de-DE" dirty="0"/>
              <a:t>Potentielle Umsetzung:</a:t>
            </a:r>
          </a:p>
          <a:p>
            <a:pPr marL="285750" indent="-285750">
              <a:buFont typeface="Arial" panose="020B0604020202020204" pitchFamily="34" charset="0"/>
              <a:buChar char="•"/>
            </a:pPr>
            <a:r>
              <a:rPr lang="de-DE" dirty="0"/>
              <a:t>Lernmaterialien Bereitstellen</a:t>
            </a:r>
          </a:p>
          <a:p>
            <a:pPr marL="285750" indent="-285750">
              <a:buFont typeface="Arial" panose="020B0604020202020204" pitchFamily="34" charset="0"/>
              <a:buChar char="•"/>
            </a:pPr>
            <a:r>
              <a:rPr lang="de-DE" dirty="0"/>
              <a:t>Zeitrahmen </a:t>
            </a:r>
          </a:p>
          <a:p>
            <a:pPr marL="285750" indent="-285750">
              <a:buFont typeface="Arial" panose="020B0604020202020204" pitchFamily="34" charset="0"/>
              <a:buChar char="•"/>
            </a:pPr>
            <a:r>
              <a:rPr lang="de-DE" dirty="0"/>
              <a:t>Erklärende Person</a:t>
            </a:r>
          </a:p>
          <a:p>
            <a:pPr marL="285750" indent="-285750" rtl="0">
              <a:buFont typeface="Arial" panose="020B0604020202020204" pitchFamily="34" charset="0"/>
              <a:buChar char="•"/>
            </a:pPr>
            <a:endParaRPr lang="de-DE" dirty="0"/>
          </a:p>
        </p:txBody>
      </p:sp>
      <p:sp>
        <p:nvSpPr>
          <p:cNvPr id="2" name="Fußzeilenplatzhalter 1">
            <a:extLst>
              <a:ext uri="{FF2B5EF4-FFF2-40B4-BE49-F238E27FC236}">
                <a16:creationId xmlns:a16="http://schemas.microsoft.com/office/drawing/2014/main" id="{3FB323D8-CBC3-5943-A599-819DB1620773}"/>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FB7CD45D-04C2-A910-6ADE-075EC85ECE06}"/>
              </a:ext>
            </a:extLst>
          </p:cNvPr>
          <p:cNvSpPr>
            <a:spLocks noGrp="1"/>
          </p:cNvSpPr>
          <p:nvPr>
            <p:ph type="sldNum" sz="quarter" idx="12"/>
          </p:nvPr>
        </p:nvSpPr>
        <p:spPr/>
        <p:txBody>
          <a:bodyPr/>
          <a:lstStyle/>
          <a:p>
            <a:pPr rtl="0"/>
            <a:fld id="{DBA1B0FB-D917-4C8C-928F-313BD683BF39}" type="slidenum">
              <a:rPr lang="de-DE" smtClean="0"/>
              <a:t>26</a:t>
            </a:fld>
            <a:endParaRPr lang="de-DE" dirty="0"/>
          </a:p>
        </p:txBody>
      </p:sp>
    </p:spTree>
    <p:extLst>
      <p:ext uri="{BB962C8B-B14F-4D97-AF65-F5344CB8AC3E}">
        <p14:creationId xmlns:p14="http://schemas.microsoft.com/office/powerpoint/2010/main" val="2956959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9B08B-A981-8360-6A83-FE8FF52415E4}"/>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C1060F0-B1F7-AA03-E3DF-A1B210CF9E59}"/>
              </a:ext>
            </a:extLst>
          </p:cNvPr>
          <p:cNvSpPr>
            <a:spLocks noGrp="1"/>
          </p:cNvSpPr>
          <p:nvPr>
            <p:ph type="title"/>
          </p:nvPr>
        </p:nvSpPr>
        <p:spPr>
          <a:xfrm>
            <a:off x="550863" y="508635"/>
            <a:ext cx="11090274" cy="1332000"/>
          </a:xfrm>
        </p:spPr>
        <p:txBody>
          <a:bodyPr rtlCol="0"/>
          <a:lstStyle>
            <a:defPPr>
              <a:defRPr lang="de-DE"/>
            </a:defPPr>
          </a:lstStyle>
          <a:p>
            <a:pPr rtl="0"/>
            <a:r>
              <a:rPr lang="de-DE" dirty="0"/>
              <a:t>Escaperoom</a:t>
            </a:r>
          </a:p>
        </p:txBody>
      </p:sp>
      <p:sp>
        <p:nvSpPr>
          <p:cNvPr id="6" name="Inhaltsplatzhalter 5">
            <a:extLst>
              <a:ext uri="{FF2B5EF4-FFF2-40B4-BE49-F238E27FC236}">
                <a16:creationId xmlns:a16="http://schemas.microsoft.com/office/drawing/2014/main" id="{179F1B63-C163-AFD0-34C0-794F24CD4FA8}"/>
              </a:ext>
            </a:extLst>
          </p:cNvPr>
          <p:cNvSpPr>
            <a:spLocks noGrp="1"/>
          </p:cNvSpPr>
          <p:nvPr>
            <p:ph sz="half" idx="1"/>
          </p:nvPr>
        </p:nvSpPr>
        <p:spPr>
          <a:xfrm>
            <a:off x="550862" y="2097175"/>
            <a:ext cx="5435600" cy="3995650"/>
          </a:xfrm>
        </p:spPr>
        <p:txBody>
          <a:bodyPr rtlCol="0"/>
          <a:lstStyle>
            <a:defPPr>
              <a:defRPr lang="de-DE"/>
            </a:defPPr>
          </a:lstStyle>
          <a:p>
            <a:pPr lvl="1" rtl="0"/>
            <a:r>
              <a:rPr lang="de-DE" dirty="0"/>
              <a:t>Frei verfügbares Beispiel: MISSION RDM: a </a:t>
            </a:r>
            <a:r>
              <a:rPr lang="de-DE" dirty="0" err="1"/>
              <a:t>card-based</a:t>
            </a:r>
            <a:r>
              <a:rPr lang="de-DE" dirty="0"/>
              <a:t> </a:t>
            </a:r>
            <a:r>
              <a:rPr lang="de-DE" dirty="0" err="1"/>
              <a:t>educational</a:t>
            </a:r>
            <a:r>
              <a:rPr lang="de-DE" dirty="0"/>
              <a:t> </a:t>
            </a:r>
            <a:r>
              <a:rPr lang="de-DE" dirty="0" err="1"/>
              <a:t>escape</a:t>
            </a:r>
            <a:r>
              <a:rPr lang="de-DE" dirty="0"/>
              <a:t> game on </a:t>
            </a:r>
            <a:r>
              <a:rPr lang="de-DE" dirty="0" err="1"/>
              <a:t>research</a:t>
            </a:r>
            <a:r>
              <a:rPr lang="de-DE" dirty="0"/>
              <a:t> </a:t>
            </a:r>
            <a:r>
              <a:rPr lang="de-DE" dirty="0" err="1"/>
              <a:t>data</a:t>
            </a:r>
            <a:r>
              <a:rPr lang="de-DE" dirty="0"/>
              <a:t> </a:t>
            </a:r>
            <a:r>
              <a:rPr lang="de-DE" dirty="0" err="1"/>
              <a:t>management</a:t>
            </a:r>
            <a:r>
              <a:rPr lang="de-DE" dirty="0"/>
              <a:t> </a:t>
            </a:r>
          </a:p>
          <a:p>
            <a:pPr lvl="1" rtl="0"/>
            <a:r>
              <a:rPr lang="de-DE" dirty="0"/>
              <a:t>Grobaufbau: Karten mit Inhalten und Rätseln</a:t>
            </a:r>
          </a:p>
          <a:p>
            <a:pPr lvl="1" rtl="0"/>
            <a:r>
              <a:rPr lang="de-DE" dirty="0"/>
              <a:t>Keine klassische Rollenverteilung </a:t>
            </a:r>
          </a:p>
          <a:p>
            <a:pPr lvl="1" rtl="0"/>
            <a:r>
              <a:rPr lang="de-DE" dirty="0"/>
              <a:t>Teaminteraktion notwendig</a:t>
            </a:r>
          </a:p>
          <a:p>
            <a:pPr lvl="1" rtl="0"/>
            <a:r>
              <a:rPr lang="de-DE" dirty="0"/>
              <a:t>Besser in Kleingruppen</a:t>
            </a:r>
          </a:p>
          <a:p>
            <a:pPr marL="0" lvl="1" indent="0" rtl="0">
              <a:buNone/>
            </a:pPr>
            <a:endParaRPr lang="de-DE" dirty="0"/>
          </a:p>
        </p:txBody>
      </p:sp>
      <p:sp>
        <p:nvSpPr>
          <p:cNvPr id="7" name="Inhaltsplatzhalter 6">
            <a:extLst>
              <a:ext uri="{FF2B5EF4-FFF2-40B4-BE49-F238E27FC236}">
                <a16:creationId xmlns:a16="http://schemas.microsoft.com/office/drawing/2014/main" id="{3BEA4E22-893A-BEB9-629B-385D0009F87C}"/>
              </a:ext>
            </a:extLst>
          </p:cNvPr>
          <p:cNvSpPr>
            <a:spLocks noGrp="1"/>
          </p:cNvSpPr>
          <p:nvPr>
            <p:ph sz="half" idx="13"/>
          </p:nvPr>
        </p:nvSpPr>
        <p:spPr>
          <a:xfrm>
            <a:off x="6205540" y="2097175"/>
            <a:ext cx="5435600" cy="3995650"/>
          </a:xfrm>
        </p:spPr>
        <p:txBody>
          <a:bodyPr rtlCol="0">
            <a:normAutofit fontScale="85000" lnSpcReduction="10000"/>
          </a:bodyPr>
          <a:lstStyle>
            <a:defPPr>
              <a:defRPr lang="de-DE"/>
            </a:defPPr>
          </a:lstStyle>
          <a:p>
            <a:pPr rtl="0"/>
            <a:r>
              <a:rPr lang="de-DE" dirty="0"/>
              <a:t>Potentielle Umsetzung:</a:t>
            </a:r>
          </a:p>
          <a:p>
            <a:pPr marL="285750" indent="-285750">
              <a:buFont typeface="Arial" panose="020B0604020202020204" pitchFamily="34" charset="0"/>
              <a:buChar char="•"/>
            </a:pPr>
            <a:r>
              <a:rPr lang="de-DE" dirty="0"/>
              <a:t>Zentrale Fragestellung:  Was soll gelernt/gefördert werden? </a:t>
            </a:r>
          </a:p>
          <a:p>
            <a:pPr marL="285750" indent="-285750">
              <a:buFont typeface="Arial" panose="020B0604020202020204" pitchFamily="34" charset="0"/>
              <a:buChar char="•"/>
            </a:pPr>
            <a:r>
              <a:rPr lang="de-DE" dirty="0"/>
              <a:t>Kompetenzen nach Bereichen kategorisieren</a:t>
            </a:r>
          </a:p>
          <a:p>
            <a:pPr marL="285750" indent="-285750">
              <a:buFont typeface="Arial" panose="020B0604020202020204" pitchFamily="34" charset="0"/>
              <a:buChar char="•"/>
            </a:pPr>
            <a:r>
              <a:rPr lang="de-DE" dirty="0"/>
              <a:t>Aufgabenschritte deklarieren </a:t>
            </a:r>
          </a:p>
          <a:p>
            <a:pPr marL="285750" indent="-285750">
              <a:buFont typeface="Arial" panose="020B0604020202020204" pitchFamily="34" charset="0"/>
              <a:buChar char="•"/>
            </a:pPr>
            <a:r>
              <a:rPr lang="de-DE" dirty="0"/>
              <a:t>Zusätzliches Wissen bereitstellen </a:t>
            </a:r>
          </a:p>
          <a:p>
            <a:pPr marL="285750" indent="-285750">
              <a:buFont typeface="Arial" panose="020B0604020202020204" pitchFamily="34" charset="0"/>
              <a:buChar char="•"/>
            </a:pPr>
            <a:r>
              <a:rPr lang="de-DE" dirty="0"/>
              <a:t>Aufteilung der Schritte </a:t>
            </a:r>
          </a:p>
          <a:p>
            <a:pPr marL="285750" indent="-285750">
              <a:buFont typeface="Arial" panose="020B0604020202020204" pitchFamily="34" charset="0"/>
              <a:buChar char="•"/>
            </a:pPr>
            <a:r>
              <a:rPr lang="de-DE" dirty="0"/>
              <a:t>Konzipieren der Rätsel </a:t>
            </a:r>
          </a:p>
          <a:p>
            <a:pPr marL="285750" indent="-285750">
              <a:buFont typeface="Arial" panose="020B0604020202020204" pitchFamily="34" charset="0"/>
              <a:buChar char="•"/>
            </a:pPr>
            <a:r>
              <a:rPr lang="de-DE" dirty="0"/>
              <a:t>Zusammenbauen </a:t>
            </a:r>
          </a:p>
          <a:p>
            <a:pPr marL="285750" indent="-285750">
              <a:buFont typeface="Arial" panose="020B0604020202020204" pitchFamily="34" charset="0"/>
              <a:buChar char="•"/>
            </a:pPr>
            <a:r>
              <a:rPr lang="de-DE" dirty="0"/>
              <a:t>Testen </a:t>
            </a:r>
          </a:p>
          <a:p>
            <a:pPr marL="285750" indent="-285750" rtl="0">
              <a:buFont typeface="Arial" panose="020B0604020202020204" pitchFamily="34" charset="0"/>
              <a:buChar char="•"/>
            </a:pPr>
            <a:endParaRPr lang="de-DE" dirty="0"/>
          </a:p>
        </p:txBody>
      </p:sp>
      <p:sp>
        <p:nvSpPr>
          <p:cNvPr id="2" name="Fußzeilenplatzhalter 1">
            <a:extLst>
              <a:ext uri="{FF2B5EF4-FFF2-40B4-BE49-F238E27FC236}">
                <a16:creationId xmlns:a16="http://schemas.microsoft.com/office/drawing/2014/main" id="{6E86FDB6-8219-8C29-6515-1054419810FD}"/>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F38DDF01-A88F-7D95-5DEC-C11818B4189B}"/>
              </a:ext>
            </a:extLst>
          </p:cNvPr>
          <p:cNvSpPr>
            <a:spLocks noGrp="1"/>
          </p:cNvSpPr>
          <p:nvPr>
            <p:ph type="sldNum" sz="quarter" idx="12"/>
          </p:nvPr>
        </p:nvSpPr>
        <p:spPr/>
        <p:txBody>
          <a:bodyPr/>
          <a:lstStyle/>
          <a:p>
            <a:pPr rtl="0"/>
            <a:fld id="{DBA1B0FB-D917-4C8C-928F-313BD683BF39}" type="slidenum">
              <a:rPr lang="de-DE" smtClean="0"/>
              <a:t>27</a:t>
            </a:fld>
            <a:endParaRPr lang="de-DE" dirty="0"/>
          </a:p>
        </p:txBody>
      </p:sp>
    </p:spTree>
    <p:extLst>
      <p:ext uri="{BB962C8B-B14F-4D97-AF65-F5344CB8AC3E}">
        <p14:creationId xmlns:p14="http://schemas.microsoft.com/office/powerpoint/2010/main" val="1644380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8CB7B-6685-316A-9DFE-35BDB98874B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56E04974-66E9-D86E-3ACD-7109F8B02C6E}"/>
              </a:ext>
            </a:extLst>
          </p:cNvPr>
          <p:cNvSpPr>
            <a:spLocks noGrp="1"/>
          </p:cNvSpPr>
          <p:nvPr>
            <p:ph type="title"/>
          </p:nvPr>
        </p:nvSpPr>
        <p:spPr>
          <a:xfrm>
            <a:off x="550863" y="508635"/>
            <a:ext cx="11090274" cy="1332000"/>
          </a:xfrm>
        </p:spPr>
        <p:txBody>
          <a:bodyPr rtlCol="0"/>
          <a:lstStyle>
            <a:defPPr>
              <a:defRPr lang="de-DE"/>
            </a:defPPr>
          </a:lstStyle>
          <a:p>
            <a:pPr rtl="0"/>
            <a:r>
              <a:rPr lang="de-DE" dirty="0"/>
              <a:t>Problem-Based Learning</a:t>
            </a:r>
          </a:p>
        </p:txBody>
      </p:sp>
      <p:sp>
        <p:nvSpPr>
          <p:cNvPr id="6" name="Inhaltsplatzhalter 5">
            <a:extLst>
              <a:ext uri="{FF2B5EF4-FFF2-40B4-BE49-F238E27FC236}">
                <a16:creationId xmlns:a16="http://schemas.microsoft.com/office/drawing/2014/main" id="{10D23221-720B-20E2-D255-0CA26D27B6F7}"/>
              </a:ext>
            </a:extLst>
          </p:cNvPr>
          <p:cNvSpPr>
            <a:spLocks noGrp="1"/>
          </p:cNvSpPr>
          <p:nvPr>
            <p:ph sz="half" idx="1"/>
          </p:nvPr>
        </p:nvSpPr>
        <p:spPr>
          <a:xfrm>
            <a:off x="550862" y="2097175"/>
            <a:ext cx="5435600" cy="3995650"/>
          </a:xfrm>
        </p:spPr>
        <p:txBody>
          <a:bodyPr rtlCol="0"/>
          <a:lstStyle>
            <a:defPPr>
              <a:defRPr lang="de-DE"/>
            </a:defPPr>
          </a:lstStyle>
          <a:p>
            <a:pPr lvl="1" rtl="0"/>
            <a:r>
              <a:rPr lang="de-DE" dirty="0"/>
              <a:t>Zentrales Problem festlegen</a:t>
            </a:r>
          </a:p>
          <a:p>
            <a:pPr lvl="1" rtl="0"/>
            <a:r>
              <a:rPr lang="de-DE" dirty="0"/>
              <a:t>Teilnehmende müssen ein Konzept erarbeiten und umsetzen, dass das Problem löst</a:t>
            </a:r>
          </a:p>
          <a:p>
            <a:pPr lvl="1" rtl="0"/>
            <a:r>
              <a:rPr lang="de-DE" dirty="0"/>
              <a:t>Hilfestellungen</a:t>
            </a:r>
          </a:p>
        </p:txBody>
      </p:sp>
      <p:sp>
        <p:nvSpPr>
          <p:cNvPr id="7" name="Inhaltsplatzhalter 6">
            <a:extLst>
              <a:ext uri="{FF2B5EF4-FFF2-40B4-BE49-F238E27FC236}">
                <a16:creationId xmlns:a16="http://schemas.microsoft.com/office/drawing/2014/main" id="{63615297-800F-9AF3-3D9E-D2118E71CEDA}"/>
              </a:ext>
            </a:extLst>
          </p:cNvPr>
          <p:cNvSpPr>
            <a:spLocks noGrp="1"/>
          </p:cNvSpPr>
          <p:nvPr>
            <p:ph sz="half" idx="13"/>
          </p:nvPr>
        </p:nvSpPr>
        <p:spPr>
          <a:xfrm>
            <a:off x="6205540" y="2097175"/>
            <a:ext cx="5435600" cy="3995650"/>
          </a:xfrm>
        </p:spPr>
        <p:txBody>
          <a:bodyPr rtlCol="0">
            <a:normAutofit/>
          </a:bodyPr>
          <a:lstStyle>
            <a:defPPr>
              <a:defRPr lang="de-DE"/>
            </a:defPPr>
          </a:lstStyle>
          <a:p>
            <a:pPr rtl="0"/>
            <a:r>
              <a:rPr lang="de-DE" dirty="0"/>
              <a:t>Potentielle Umsetzung:</a:t>
            </a:r>
          </a:p>
          <a:p>
            <a:pPr marL="285750" indent="-285750">
              <a:buFont typeface="Arial" panose="020B0604020202020204" pitchFamily="34" charset="0"/>
              <a:buChar char="•"/>
            </a:pPr>
            <a:r>
              <a:rPr lang="de-DE" dirty="0"/>
              <a:t>Problemstellung festsetzen</a:t>
            </a:r>
          </a:p>
          <a:p>
            <a:pPr marL="285750" indent="-285750">
              <a:buFont typeface="Arial" panose="020B0604020202020204" pitchFamily="34" charset="0"/>
              <a:buChar char="•"/>
            </a:pPr>
            <a:r>
              <a:rPr lang="de-DE" dirty="0"/>
              <a:t>Nötige Bereiche definieren</a:t>
            </a:r>
          </a:p>
          <a:p>
            <a:pPr marL="285750" indent="-285750">
              <a:buFont typeface="Arial" panose="020B0604020202020204" pitchFamily="34" charset="0"/>
              <a:buChar char="•"/>
            </a:pPr>
            <a:r>
              <a:rPr lang="de-DE" dirty="0"/>
              <a:t>Wissen dafür sammeln und bereitstellen</a:t>
            </a:r>
          </a:p>
          <a:p>
            <a:pPr marL="285750" indent="-285750">
              <a:buFont typeface="Arial" panose="020B0604020202020204" pitchFamily="34" charset="0"/>
              <a:buChar char="•"/>
            </a:pPr>
            <a:r>
              <a:rPr lang="de-DE" dirty="0"/>
              <a:t>Teilnehmende erarbeiten lassen</a:t>
            </a:r>
          </a:p>
          <a:p>
            <a:pPr marL="285750" indent="-285750">
              <a:buFont typeface="Arial" panose="020B0604020202020204" pitchFamily="34" charset="0"/>
              <a:buChar char="•"/>
            </a:pPr>
            <a:r>
              <a:rPr lang="de-DE" dirty="0"/>
              <a:t>Hilfestellungen</a:t>
            </a:r>
          </a:p>
          <a:p>
            <a:pPr marL="285750" indent="-285750">
              <a:buFont typeface="Arial" panose="020B0604020202020204" pitchFamily="34" charset="0"/>
              <a:buChar char="•"/>
            </a:pPr>
            <a:r>
              <a:rPr lang="de-DE" dirty="0"/>
              <a:t>Nachbesprechung </a:t>
            </a:r>
          </a:p>
          <a:p>
            <a:pPr marL="285750" indent="-285750" rtl="0">
              <a:buFont typeface="Arial" panose="020B0604020202020204" pitchFamily="34" charset="0"/>
              <a:buChar char="•"/>
            </a:pPr>
            <a:endParaRPr lang="de-DE" dirty="0"/>
          </a:p>
        </p:txBody>
      </p:sp>
      <p:sp>
        <p:nvSpPr>
          <p:cNvPr id="2" name="Fußzeilenplatzhalter 1">
            <a:extLst>
              <a:ext uri="{FF2B5EF4-FFF2-40B4-BE49-F238E27FC236}">
                <a16:creationId xmlns:a16="http://schemas.microsoft.com/office/drawing/2014/main" id="{82155FF9-9F28-F5E2-8C53-5D382E32FD5A}"/>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CE2C9A35-18D0-9767-EFC4-8B7A3E7D8581}"/>
              </a:ext>
            </a:extLst>
          </p:cNvPr>
          <p:cNvSpPr>
            <a:spLocks noGrp="1"/>
          </p:cNvSpPr>
          <p:nvPr>
            <p:ph type="sldNum" sz="quarter" idx="12"/>
          </p:nvPr>
        </p:nvSpPr>
        <p:spPr/>
        <p:txBody>
          <a:bodyPr/>
          <a:lstStyle/>
          <a:p>
            <a:pPr rtl="0"/>
            <a:fld id="{DBA1B0FB-D917-4C8C-928F-313BD683BF39}" type="slidenum">
              <a:rPr lang="de-DE" smtClean="0"/>
              <a:t>28</a:t>
            </a:fld>
            <a:endParaRPr lang="de-DE" dirty="0"/>
          </a:p>
        </p:txBody>
      </p:sp>
    </p:spTree>
    <p:extLst>
      <p:ext uri="{BB962C8B-B14F-4D97-AF65-F5344CB8AC3E}">
        <p14:creationId xmlns:p14="http://schemas.microsoft.com/office/powerpoint/2010/main" val="1798385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46437-0D92-172E-5DDF-24A4129D9CB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48AC2D5-B837-7977-BD50-7FDABFF943E8}"/>
              </a:ext>
            </a:extLst>
          </p:cNvPr>
          <p:cNvSpPr>
            <a:spLocks noGrp="1"/>
          </p:cNvSpPr>
          <p:nvPr>
            <p:ph type="title"/>
          </p:nvPr>
        </p:nvSpPr>
        <p:spPr>
          <a:xfrm>
            <a:off x="550863" y="508635"/>
            <a:ext cx="11090274" cy="1332000"/>
          </a:xfrm>
        </p:spPr>
        <p:txBody>
          <a:bodyPr rtlCol="0"/>
          <a:lstStyle>
            <a:defPPr>
              <a:defRPr lang="de-DE"/>
            </a:defPPr>
          </a:lstStyle>
          <a:p>
            <a:pPr rtl="0"/>
            <a:r>
              <a:rPr lang="de-DE" dirty="0"/>
              <a:t>Case-Based Learning</a:t>
            </a:r>
          </a:p>
        </p:txBody>
      </p:sp>
      <p:sp>
        <p:nvSpPr>
          <p:cNvPr id="6" name="Inhaltsplatzhalter 5">
            <a:extLst>
              <a:ext uri="{FF2B5EF4-FFF2-40B4-BE49-F238E27FC236}">
                <a16:creationId xmlns:a16="http://schemas.microsoft.com/office/drawing/2014/main" id="{81EB0473-B0D2-1F17-C59A-ADD6DF70D94E}"/>
              </a:ext>
            </a:extLst>
          </p:cNvPr>
          <p:cNvSpPr>
            <a:spLocks noGrp="1"/>
          </p:cNvSpPr>
          <p:nvPr>
            <p:ph sz="half" idx="1"/>
          </p:nvPr>
        </p:nvSpPr>
        <p:spPr>
          <a:xfrm>
            <a:off x="550862" y="2097175"/>
            <a:ext cx="5435600" cy="3995650"/>
          </a:xfrm>
        </p:spPr>
        <p:txBody>
          <a:bodyPr rtlCol="0"/>
          <a:lstStyle>
            <a:defPPr>
              <a:defRPr lang="de-DE"/>
            </a:defPPr>
          </a:lstStyle>
          <a:p>
            <a:pPr lvl="1" rtl="0"/>
            <a:r>
              <a:rPr lang="de-DE" dirty="0"/>
              <a:t>Problemstellung anhand eines real aufgetretenen Falls (potentielle Vereinfachung, sodass umsetzbar)</a:t>
            </a:r>
          </a:p>
          <a:p>
            <a:pPr lvl="1" rtl="0"/>
            <a:r>
              <a:rPr lang="de-DE" dirty="0"/>
              <a:t>Erarbeitung von Lösungen in Gruppen</a:t>
            </a:r>
          </a:p>
          <a:p>
            <a:pPr lvl="1" rtl="0"/>
            <a:r>
              <a:rPr lang="de-DE" dirty="0"/>
              <a:t>Teilweise Anleitung/Hilfestellung</a:t>
            </a:r>
          </a:p>
        </p:txBody>
      </p:sp>
      <p:sp>
        <p:nvSpPr>
          <p:cNvPr id="7" name="Inhaltsplatzhalter 6">
            <a:extLst>
              <a:ext uri="{FF2B5EF4-FFF2-40B4-BE49-F238E27FC236}">
                <a16:creationId xmlns:a16="http://schemas.microsoft.com/office/drawing/2014/main" id="{647A4125-852C-028C-92E3-2C17DC018B2C}"/>
              </a:ext>
            </a:extLst>
          </p:cNvPr>
          <p:cNvSpPr>
            <a:spLocks noGrp="1"/>
          </p:cNvSpPr>
          <p:nvPr>
            <p:ph sz="half" idx="13"/>
          </p:nvPr>
        </p:nvSpPr>
        <p:spPr>
          <a:xfrm>
            <a:off x="6205540" y="2097175"/>
            <a:ext cx="5435600" cy="3995650"/>
          </a:xfrm>
        </p:spPr>
        <p:txBody>
          <a:bodyPr rtlCol="0">
            <a:normAutofit/>
          </a:bodyPr>
          <a:lstStyle>
            <a:defPPr>
              <a:defRPr lang="de-DE"/>
            </a:defPPr>
          </a:lstStyle>
          <a:p>
            <a:r>
              <a:rPr lang="de-DE" dirty="0"/>
              <a:t>Potentielle Umsetzung:</a:t>
            </a:r>
          </a:p>
          <a:p>
            <a:pPr marL="285750" indent="-285750">
              <a:buFont typeface="Arial" panose="020B0604020202020204" pitchFamily="34" charset="0"/>
              <a:buChar char="•"/>
            </a:pPr>
            <a:r>
              <a:rPr lang="de-DE" dirty="0"/>
              <a:t>Problemstellung festsetzen</a:t>
            </a:r>
          </a:p>
          <a:p>
            <a:pPr marL="285750" indent="-285750">
              <a:buFont typeface="Arial" panose="020B0604020202020204" pitchFamily="34" charset="0"/>
              <a:buChar char="•"/>
            </a:pPr>
            <a:r>
              <a:rPr lang="de-DE" dirty="0"/>
              <a:t>Nötige Bereiche definieren</a:t>
            </a:r>
          </a:p>
          <a:p>
            <a:pPr marL="285750" indent="-285750">
              <a:buFont typeface="Arial" panose="020B0604020202020204" pitchFamily="34" charset="0"/>
              <a:buChar char="•"/>
            </a:pPr>
            <a:r>
              <a:rPr lang="de-DE" dirty="0"/>
              <a:t>Wissen dafür sammeln und bereitstellen</a:t>
            </a:r>
          </a:p>
          <a:p>
            <a:pPr marL="285750" indent="-285750">
              <a:buFont typeface="Arial" panose="020B0604020202020204" pitchFamily="34" charset="0"/>
              <a:buChar char="•"/>
            </a:pPr>
            <a:r>
              <a:rPr lang="de-DE" dirty="0"/>
              <a:t>Teilnehmende erarbeiten lassen</a:t>
            </a:r>
          </a:p>
          <a:p>
            <a:pPr marL="285750" indent="-285750">
              <a:buFont typeface="Arial" panose="020B0604020202020204" pitchFamily="34" charset="0"/>
              <a:buChar char="•"/>
            </a:pPr>
            <a:r>
              <a:rPr lang="de-DE" dirty="0"/>
              <a:t>Hilfestellungen</a:t>
            </a:r>
          </a:p>
          <a:p>
            <a:pPr marL="285750" indent="-285750">
              <a:buFont typeface="Arial" panose="020B0604020202020204" pitchFamily="34" charset="0"/>
              <a:buChar char="•"/>
            </a:pPr>
            <a:r>
              <a:rPr lang="de-DE" dirty="0"/>
              <a:t>Nachbesprechung </a:t>
            </a:r>
          </a:p>
        </p:txBody>
      </p:sp>
      <p:sp>
        <p:nvSpPr>
          <p:cNvPr id="2" name="Fußzeilenplatzhalter 1">
            <a:extLst>
              <a:ext uri="{FF2B5EF4-FFF2-40B4-BE49-F238E27FC236}">
                <a16:creationId xmlns:a16="http://schemas.microsoft.com/office/drawing/2014/main" id="{C8C2B6D0-742D-E7DE-497D-9CABBB85F7F7}"/>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0F932B4B-CD06-5193-613A-0BC5EE64D3C5}"/>
              </a:ext>
            </a:extLst>
          </p:cNvPr>
          <p:cNvSpPr>
            <a:spLocks noGrp="1"/>
          </p:cNvSpPr>
          <p:nvPr>
            <p:ph type="sldNum" sz="quarter" idx="12"/>
          </p:nvPr>
        </p:nvSpPr>
        <p:spPr/>
        <p:txBody>
          <a:bodyPr/>
          <a:lstStyle/>
          <a:p>
            <a:pPr rtl="0"/>
            <a:fld id="{DBA1B0FB-D917-4C8C-928F-313BD683BF39}" type="slidenum">
              <a:rPr lang="de-DE" smtClean="0"/>
              <a:t>29</a:t>
            </a:fld>
            <a:endParaRPr lang="de-DE" dirty="0"/>
          </a:p>
        </p:txBody>
      </p:sp>
    </p:spTree>
    <p:extLst>
      <p:ext uri="{BB962C8B-B14F-4D97-AF65-F5344CB8AC3E}">
        <p14:creationId xmlns:p14="http://schemas.microsoft.com/office/powerpoint/2010/main" val="3145625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1F8-61A8-A755-5598-8A0454CE66D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C474109-286D-B950-992F-2D0D73E3EB66}"/>
              </a:ext>
            </a:extLst>
          </p:cNvPr>
          <p:cNvSpPr>
            <a:spLocks noGrp="1"/>
          </p:cNvSpPr>
          <p:nvPr>
            <p:ph type="title"/>
          </p:nvPr>
        </p:nvSpPr>
        <p:spPr>
          <a:xfrm>
            <a:off x="550863" y="508635"/>
            <a:ext cx="11090274" cy="1332000"/>
          </a:xfrm>
        </p:spPr>
        <p:txBody>
          <a:bodyPr rtlCol="0"/>
          <a:lstStyle>
            <a:defPPr>
              <a:defRPr lang="de-DE"/>
            </a:defPPr>
          </a:lstStyle>
          <a:p>
            <a:pPr rtl="0"/>
            <a:r>
              <a:rPr lang="de-DE" dirty="0"/>
              <a:t>„Erweiterter“ Buchclub</a:t>
            </a:r>
          </a:p>
        </p:txBody>
      </p:sp>
      <p:sp>
        <p:nvSpPr>
          <p:cNvPr id="6" name="Inhaltsplatzhalter 5">
            <a:extLst>
              <a:ext uri="{FF2B5EF4-FFF2-40B4-BE49-F238E27FC236}">
                <a16:creationId xmlns:a16="http://schemas.microsoft.com/office/drawing/2014/main" id="{4D501CEE-DEF3-B0BC-B637-9373E4AC2F20}"/>
              </a:ext>
            </a:extLst>
          </p:cNvPr>
          <p:cNvSpPr>
            <a:spLocks noGrp="1"/>
          </p:cNvSpPr>
          <p:nvPr>
            <p:ph sz="half" idx="1"/>
          </p:nvPr>
        </p:nvSpPr>
        <p:spPr>
          <a:xfrm>
            <a:off x="550862" y="2097175"/>
            <a:ext cx="5435600" cy="3995650"/>
          </a:xfrm>
        </p:spPr>
        <p:txBody>
          <a:bodyPr rtlCol="0"/>
          <a:lstStyle>
            <a:defPPr>
              <a:defRPr lang="de-DE"/>
            </a:defPPr>
          </a:lstStyle>
          <a:p>
            <a:pPr lvl="1" rtl="0"/>
            <a:r>
              <a:rPr lang="de-DE" dirty="0"/>
              <a:t>Vorgegebenes Buch </a:t>
            </a:r>
          </a:p>
          <a:p>
            <a:pPr lvl="1" rtl="0"/>
            <a:r>
              <a:rPr lang="de-DE" dirty="0"/>
              <a:t>Teilnehmer*in hat Zeit zum Lesen/Bearbeiten </a:t>
            </a:r>
          </a:p>
          <a:p>
            <a:pPr lvl="1" rtl="0"/>
            <a:r>
              <a:rPr lang="de-DE" dirty="0"/>
              <a:t>Themen und Fragestellungen werden bei gemeinsamen Treffen zusammen diskutiert</a:t>
            </a:r>
          </a:p>
          <a:p>
            <a:pPr lvl="1" rtl="0"/>
            <a:r>
              <a:rPr lang="de-DE" dirty="0"/>
              <a:t>Potentiell Ideal: erfahrungsgemischte Gruppen</a:t>
            </a:r>
          </a:p>
          <a:p>
            <a:pPr marL="0" lvl="1" indent="0" rtl="0">
              <a:buNone/>
            </a:pPr>
            <a:endParaRPr lang="de-DE" dirty="0"/>
          </a:p>
        </p:txBody>
      </p:sp>
      <p:sp>
        <p:nvSpPr>
          <p:cNvPr id="7" name="Inhaltsplatzhalter 6">
            <a:extLst>
              <a:ext uri="{FF2B5EF4-FFF2-40B4-BE49-F238E27FC236}">
                <a16:creationId xmlns:a16="http://schemas.microsoft.com/office/drawing/2014/main" id="{C3AE532D-B327-76BE-DDE6-F797172C62DE}"/>
              </a:ext>
            </a:extLst>
          </p:cNvPr>
          <p:cNvSpPr>
            <a:spLocks noGrp="1"/>
          </p:cNvSpPr>
          <p:nvPr>
            <p:ph sz="half" idx="13"/>
          </p:nvPr>
        </p:nvSpPr>
        <p:spPr>
          <a:xfrm>
            <a:off x="6205540" y="2097175"/>
            <a:ext cx="5435600" cy="3995650"/>
          </a:xfrm>
        </p:spPr>
        <p:txBody>
          <a:bodyPr rtlCol="0">
            <a:normAutofit/>
          </a:bodyPr>
          <a:lstStyle>
            <a:defPPr>
              <a:defRPr lang="de-DE"/>
            </a:defPPr>
          </a:lstStyle>
          <a:p>
            <a:pPr rtl="0"/>
            <a:r>
              <a:rPr lang="de-DE" dirty="0"/>
              <a:t>Mögliche Nebeneffekte:</a:t>
            </a:r>
          </a:p>
          <a:p>
            <a:pPr marL="285750" indent="-285750">
              <a:buFont typeface="Arial" panose="020B0604020202020204" pitchFamily="34" charset="0"/>
              <a:buChar char="•"/>
            </a:pPr>
            <a:r>
              <a:rPr lang="de-DE" dirty="0"/>
              <a:t>Austausch von Wissen verwandter Themen</a:t>
            </a:r>
          </a:p>
          <a:p>
            <a:pPr marL="285750" indent="-285750">
              <a:buFont typeface="Arial" panose="020B0604020202020204" pitchFamily="34" charset="0"/>
              <a:buChar char="•"/>
            </a:pPr>
            <a:r>
              <a:rPr lang="de-DE" dirty="0"/>
              <a:t>Keine Beschränkung auf einen kleinen Bereich </a:t>
            </a:r>
          </a:p>
          <a:p>
            <a:pPr marL="285750" indent="-285750">
              <a:buFont typeface="Arial" panose="020B0604020202020204" pitchFamily="34" charset="0"/>
              <a:buChar char="•"/>
            </a:pPr>
            <a:r>
              <a:rPr lang="de-DE" dirty="0"/>
              <a:t>Austausch in alle Richtungen -&gt; alle profitieren davon</a:t>
            </a:r>
          </a:p>
        </p:txBody>
      </p:sp>
      <p:sp>
        <p:nvSpPr>
          <p:cNvPr id="2" name="Fußzeilenplatzhalter 1">
            <a:extLst>
              <a:ext uri="{FF2B5EF4-FFF2-40B4-BE49-F238E27FC236}">
                <a16:creationId xmlns:a16="http://schemas.microsoft.com/office/drawing/2014/main" id="{4E7DFD99-07D1-BEF9-EB96-66D8A51065BC}"/>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7A6CB270-6437-EFF5-5050-80D169AAB467}"/>
              </a:ext>
            </a:extLst>
          </p:cNvPr>
          <p:cNvSpPr>
            <a:spLocks noGrp="1"/>
          </p:cNvSpPr>
          <p:nvPr>
            <p:ph type="sldNum" sz="quarter" idx="12"/>
          </p:nvPr>
        </p:nvSpPr>
        <p:spPr/>
        <p:txBody>
          <a:bodyPr/>
          <a:lstStyle/>
          <a:p>
            <a:pPr rtl="0"/>
            <a:fld id="{DBA1B0FB-D917-4C8C-928F-313BD683BF39}" type="slidenum">
              <a:rPr lang="de-DE" smtClean="0"/>
              <a:t>30</a:t>
            </a:fld>
            <a:endParaRPr lang="de-DE" dirty="0"/>
          </a:p>
        </p:txBody>
      </p:sp>
    </p:spTree>
    <p:extLst>
      <p:ext uri="{BB962C8B-B14F-4D97-AF65-F5344CB8AC3E}">
        <p14:creationId xmlns:p14="http://schemas.microsoft.com/office/powerpoint/2010/main" val="594612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C59F6-9B22-C211-4B4C-A2FD4B914C46}"/>
              </a:ext>
            </a:extLst>
          </p:cNvPr>
          <p:cNvSpPr>
            <a:spLocks noGrp="1"/>
          </p:cNvSpPr>
          <p:nvPr>
            <p:ph type="title"/>
          </p:nvPr>
        </p:nvSpPr>
        <p:spPr>
          <a:xfrm>
            <a:off x="550863" y="560961"/>
            <a:ext cx="11090275" cy="1186560"/>
          </a:xfrm>
          <a:noFill/>
        </p:spPr>
        <p:txBody>
          <a:bodyPr rtlCol="0" anchor="t"/>
          <a:lstStyle>
            <a:defPPr>
              <a:defRPr lang="de-DE"/>
            </a:defPPr>
          </a:lstStyle>
          <a:p>
            <a:pPr rtl="0"/>
            <a:r>
              <a:rPr lang="de-DE" dirty="0"/>
              <a:t>Gesamtzusammenfassung</a:t>
            </a:r>
          </a:p>
        </p:txBody>
      </p:sp>
      <p:graphicFrame>
        <p:nvGraphicFramePr>
          <p:cNvPr id="13" name="Tabellenplatzhalter 3">
            <a:extLst>
              <a:ext uri="{FF2B5EF4-FFF2-40B4-BE49-F238E27FC236}">
                <a16:creationId xmlns:a16="http://schemas.microsoft.com/office/drawing/2014/main" id="{24F0E16C-0C56-89A4-2FE9-7D5EBE3963CC}"/>
              </a:ext>
            </a:extLst>
          </p:cNvPr>
          <p:cNvGraphicFramePr>
            <a:graphicFrameLocks noGrp="1"/>
          </p:cNvGraphicFramePr>
          <p:nvPr>
            <p:ph sz="half" idx="1"/>
            <p:extLst>
              <p:ext uri="{D42A27DB-BD31-4B8C-83A1-F6EECF244321}">
                <p14:modId xmlns:p14="http://schemas.microsoft.com/office/powerpoint/2010/main" val="2049577692"/>
              </p:ext>
            </p:extLst>
          </p:nvPr>
        </p:nvGraphicFramePr>
        <p:xfrm>
          <a:off x="550863" y="1917700"/>
          <a:ext cx="11090276" cy="4297680"/>
        </p:xfrm>
        <a:graphic>
          <a:graphicData uri="http://schemas.openxmlformats.org/drawingml/2006/table">
            <a:tbl>
              <a:tblPr firstRow="1" bandRow="1">
                <a:tableStyleId>{72833802-FEF1-4C79-8D5D-14CF1EAF98D9}</a:tableStyleId>
              </a:tblPr>
              <a:tblGrid>
                <a:gridCol w="2704065">
                  <a:extLst>
                    <a:ext uri="{9D8B030D-6E8A-4147-A177-3AD203B41FA5}">
                      <a16:colId xmlns:a16="http://schemas.microsoft.com/office/drawing/2014/main" val="2382218087"/>
                    </a:ext>
                  </a:extLst>
                </a:gridCol>
                <a:gridCol w="3766657">
                  <a:extLst>
                    <a:ext uri="{9D8B030D-6E8A-4147-A177-3AD203B41FA5}">
                      <a16:colId xmlns:a16="http://schemas.microsoft.com/office/drawing/2014/main" val="3953468724"/>
                    </a:ext>
                  </a:extLst>
                </a:gridCol>
                <a:gridCol w="2805322">
                  <a:extLst>
                    <a:ext uri="{9D8B030D-6E8A-4147-A177-3AD203B41FA5}">
                      <a16:colId xmlns:a16="http://schemas.microsoft.com/office/drawing/2014/main" val="4277526474"/>
                    </a:ext>
                  </a:extLst>
                </a:gridCol>
                <a:gridCol w="1814232">
                  <a:extLst>
                    <a:ext uri="{9D8B030D-6E8A-4147-A177-3AD203B41FA5}">
                      <a16:colId xmlns:a16="http://schemas.microsoft.com/office/drawing/2014/main" val="2438884888"/>
                    </a:ext>
                  </a:extLst>
                </a:gridCol>
              </a:tblGrid>
              <a:tr h="716280">
                <a:tc>
                  <a:txBody>
                    <a:bodyPr/>
                    <a:lstStyle>
                      <a:defPPr>
                        <a:defRPr lang="de-DE"/>
                      </a:defPPr>
                    </a:lstStyle>
                    <a:p>
                      <a:pPr algn="l" rtl="0"/>
                      <a:r>
                        <a:rPr lang="de-DE" b="0" dirty="0"/>
                        <a:t>Methode</a:t>
                      </a:r>
                      <a:endParaRPr lang="de-DE" b="0" i="0" dirty="0">
                        <a:latin typeface="Gill Sans MT" panose="020B0502020104020203" pitchFamily="34" charset="77"/>
                      </a:endParaRPr>
                    </a:p>
                  </a:txBody>
                  <a:tcPr anchor="ctr"/>
                </a:tc>
                <a:tc>
                  <a:txBody>
                    <a:bodyPr/>
                    <a:lstStyle>
                      <a:defPPr>
                        <a:defRPr lang="de-DE"/>
                      </a:defPPr>
                    </a:lstStyle>
                    <a:p>
                      <a:pPr algn="l" rtl="0"/>
                      <a:r>
                        <a:rPr lang="de-DE" b="0" dirty="0"/>
                        <a:t>Voraussetzung</a:t>
                      </a:r>
                      <a:endParaRPr lang="de-DE" b="0" i="0" dirty="0">
                        <a:latin typeface="Gill Sans MT" panose="020B0502020104020203" pitchFamily="34" charset="77"/>
                      </a:endParaRPr>
                    </a:p>
                  </a:txBody>
                  <a:tcPr anchor="ctr"/>
                </a:tc>
                <a:tc>
                  <a:txBody>
                    <a:bodyPr/>
                    <a:lstStyle>
                      <a:defPPr>
                        <a:defRPr lang="de-DE"/>
                      </a:defPPr>
                    </a:lstStyle>
                    <a:p>
                      <a:pPr algn="l" rtl="0"/>
                      <a:r>
                        <a:rPr lang="de-DE" b="0" dirty="0"/>
                        <a:t>Aufwand</a:t>
                      </a:r>
                      <a:endParaRPr lang="de-DE" b="0" i="0" dirty="0">
                        <a:latin typeface="Gill Sans MT" panose="020B0502020104020203" pitchFamily="34" charset="77"/>
                      </a:endParaRPr>
                    </a:p>
                  </a:txBody>
                  <a:tcPr anchor="ctr"/>
                </a:tc>
                <a:tc>
                  <a:txBody>
                    <a:bodyPr/>
                    <a:lstStyle>
                      <a:defPPr>
                        <a:defRPr lang="de-DE"/>
                      </a:defPPr>
                    </a:lstStyle>
                    <a:p>
                      <a:pPr algn="l" rtl="0"/>
                      <a:r>
                        <a:rPr lang="de-DE" b="0" dirty="0"/>
                        <a:t>Messbarkeit</a:t>
                      </a:r>
                      <a:endParaRPr lang="de-DE" b="0" i="0" dirty="0">
                        <a:latin typeface="Gill Sans MT" panose="020B0502020104020203" pitchFamily="34" charset="77"/>
                      </a:endParaRPr>
                    </a:p>
                  </a:txBody>
                  <a:tcPr anchor="ctr"/>
                </a:tc>
                <a:extLst>
                  <a:ext uri="{0D108BD9-81ED-4DB2-BD59-A6C34878D82A}">
                    <a16:rowId xmlns:a16="http://schemas.microsoft.com/office/drawing/2014/main" val="2857107962"/>
                  </a:ext>
                </a:extLst>
              </a:tr>
              <a:tr h="716280">
                <a:tc>
                  <a:txBody>
                    <a:bodyPr/>
                    <a:lstStyle>
                      <a:defPPr>
                        <a:defRPr lang="de-DE"/>
                      </a:defPPr>
                    </a:lstStyle>
                    <a:p>
                      <a:pPr algn="l" rtl="0"/>
                      <a:r>
                        <a:rPr lang="de-DE" b="0" i="0" dirty="0">
                          <a:latin typeface="Gill Sans MT" panose="020B0502020104020203" pitchFamily="34" charset="77"/>
                        </a:rPr>
                        <a:t>Escaperoom</a:t>
                      </a:r>
                    </a:p>
                  </a:txBody>
                  <a:tcPr anchor="ctr"/>
                </a:tc>
                <a:tc>
                  <a:txBody>
                    <a:bodyPr/>
                    <a:lstStyle>
                      <a:defPPr>
                        <a:defRPr lang="de-DE"/>
                      </a:defPPr>
                    </a:lstStyle>
                    <a:p>
                      <a:pPr algn="l" rtl="0"/>
                      <a:r>
                        <a:rPr lang="de-DE" b="0" i="0" dirty="0">
                          <a:latin typeface="Gill Sans MT" panose="020B0502020104020203" pitchFamily="34" charset="77"/>
                        </a:rPr>
                        <a:t>Escaperoom: Entsprechend präparierte Unterlagen und System</a:t>
                      </a:r>
                    </a:p>
                  </a:txBody>
                  <a:tcPr anchor="ctr"/>
                </a:tc>
                <a:tc>
                  <a:txBody>
                    <a:bodyPr/>
                    <a:lstStyle>
                      <a:defPPr>
                        <a:defRPr lang="de-DE"/>
                      </a:defPPr>
                    </a:lstStyle>
                    <a:p>
                      <a:pPr algn="l" rtl="0"/>
                      <a:r>
                        <a:rPr lang="de-DE" b="0" i="0" dirty="0">
                          <a:latin typeface="Gill Sans MT" panose="020B0502020104020203" pitchFamily="34" charset="77"/>
                        </a:rPr>
                        <a:t>Groß</a:t>
                      </a:r>
                    </a:p>
                  </a:txBody>
                  <a:tcPr anchor="ctr"/>
                </a:tc>
                <a:tc>
                  <a:txBody>
                    <a:bodyPr/>
                    <a:lstStyle>
                      <a:defPPr>
                        <a:defRPr lang="de-DE"/>
                      </a:defPPr>
                    </a:lstStyle>
                    <a:p>
                      <a:pPr algn="l" rtl="0"/>
                      <a:r>
                        <a:rPr lang="de-DE" b="0" i="0" dirty="0">
                          <a:latin typeface="Gill Sans MT" panose="020B0502020104020203" pitchFamily="34" charset="77"/>
                        </a:rPr>
                        <a:t>Gut (Geschafft oder nicht)</a:t>
                      </a:r>
                    </a:p>
                  </a:txBody>
                  <a:tcPr anchor="ctr"/>
                </a:tc>
                <a:extLst>
                  <a:ext uri="{0D108BD9-81ED-4DB2-BD59-A6C34878D82A}">
                    <a16:rowId xmlns:a16="http://schemas.microsoft.com/office/drawing/2014/main" val="1671386868"/>
                  </a:ext>
                </a:extLst>
              </a:tr>
              <a:tr h="716280">
                <a:tc>
                  <a:txBody>
                    <a:bodyPr/>
                    <a:lstStyle>
                      <a:defPPr>
                        <a:defRPr lang="de-DE"/>
                      </a:defPPr>
                    </a:lstStyle>
                    <a:p>
                      <a:pPr algn="l" rtl="0"/>
                      <a:r>
                        <a:rPr lang="de-DE" b="0" i="0" dirty="0">
                          <a:latin typeface="Gill Sans MT" panose="020B0502020104020203" pitchFamily="34" charset="77"/>
                        </a:rPr>
                        <a:t>Problem-Based Learning</a:t>
                      </a:r>
                    </a:p>
                  </a:txBody>
                  <a:tcPr anchor="ctr"/>
                </a:tc>
                <a:tc>
                  <a:txBody>
                    <a:bodyPr/>
                    <a:lstStyle>
                      <a:defPPr>
                        <a:defRPr lang="de-DE"/>
                      </a:defPPr>
                    </a:lstStyle>
                    <a:p>
                      <a:pPr algn="l" rtl="0"/>
                      <a:r>
                        <a:rPr lang="de-DE" b="0" dirty="0"/>
                        <a:t>Problemstellung und System</a:t>
                      </a:r>
                      <a:endParaRPr lang="de-DE" b="0" i="0" dirty="0">
                        <a:latin typeface="Gill Sans MT" panose="020B0502020104020203" pitchFamily="34" charset="77"/>
                      </a:endParaRPr>
                    </a:p>
                  </a:txBody>
                  <a:tcPr anchor="ctr"/>
                </a:tc>
                <a:tc>
                  <a:txBody>
                    <a:bodyPr/>
                    <a:lstStyle>
                      <a:defPPr>
                        <a:defRPr lang="de-DE"/>
                      </a:defPPr>
                    </a:lstStyle>
                    <a:p>
                      <a:pPr algn="l" rtl="0"/>
                      <a:r>
                        <a:rPr lang="de-DE" b="0" i="0" dirty="0">
                          <a:latin typeface="Gill Sans MT" panose="020B0502020104020203" pitchFamily="34" charset="77"/>
                        </a:rPr>
                        <a:t>Mittel</a:t>
                      </a:r>
                    </a:p>
                  </a:txBody>
                  <a:tcPr anchor="ctr"/>
                </a:tc>
                <a:tc>
                  <a:txBody>
                    <a:bodyPr/>
                    <a:lstStyle>
                      <a:defPPr>
                        <a:defRPr lang="de-DE"/>
                      </a:defPPr>
                    </a:lstStyle>
                    <a:p>
                      <a:pPr algn="l" rtl="0"/>
                      <a:r>
                        <a:rPr lang="de-DE" b="0" i="0" dirty="0">
                          <a:latin typeface="Gill Sans MT" panose="020B0502020104020203" pitchFamily="34" charset="77"/>
                        </a:rPr>
                        <a:t>Gut (Geschafft oder nicht)</a:t>
                      </a:r>
                    </a:p>
                  </a:txBody>
                  <a:tcPr anchor="ctr"/>
                </a:tc>
                <a:extLst>
                  <a:ext uri="{0D108BD9-81ED-4DB2-BD59-A6C34878D82A}">
                    <a16:rowId xmlns:a16="http://schemas.microsoft.com/office/drawing/2014/main" val="380626418"/>
                  </a:ext>
                </a:extLst>
              </a:tr>
              <a:tr h="716280">
                <a:tc>
                  <a:txBody>
                    <a:bodyPr/>
                    <a:lstStyle>
                      <a:defPPr>
                        <a:defRPr lang="de-DE"/>
                      </a:defPPr>
                    </a:lstStyle>
                    <a:p>
                      <a:pPr algn="l" rtl="0"/>
                      <a:r>
                        <a:rPr lang="de-DE" b="0" i="0" dirty="0">
                          <a:latin typeface="Gill Sans MT" panose="020B0502020104020203" pitchFamily="34" charset="77"/>
                        </a:rPr>
                        <a:t>Case-Based Learning</a:t>
                      </a:r>
                    </a:p>
                  </a:txBody>
                  <a:tcPr anchor="ctr"/>
                </a:tc>
                <a:tc>
                  <a:txBody>
                    <a:bodyPr/>
                    <a:lstStyle>
                      <a:defPPr>
                        <a:defRPr lang="de-DE"/>
                      </a:defPPr>
                    </a:lstStyle>
                    <a:p>
                      <a:pPr algn="l" rtl="0"/>
                      <a:r>
                        <a:rPr lang="de-DE" b="0" dirty="0"/>
                        <a:t>Problemstellung und System</a:t>
                      </a:r>
                      <a:endParaRPr lang="de-DE" b="0" i="0" dirty="0">
                        <a:latin typeface="Gill Sans MT" panose="020B0502020104020203" pitchFamily="34" charset="77"/>
                      </a:endParaRPr>
                    </a:p>
                  </a:txBody>
                  <a:tcPr anchor="ctr"/>
                </a:tc>
                <a:tc>
                  <a:txBody>
                    <a:bodyPr/>
                    <a:lstStyle>
                      <a:defPPr>
                        <a:defRPr lang="de-DE"/>
                      </a:defPPr>
                    </a:lstStyle>
                    <a:p>
                      <a:pPr algn="l" rtl="0"/>
                      <a:r>
                        <a:rPr lang="de-DE" b="0" i="0" dirty="0">
                          <a:latin typeface="Gill Sans MT" panose="020B0502020104020203" pitchFamily="34" charset="77"/>
                        </a:rPr>
                        <a:t>Mittel</a:t>
                      </a:r>
                    </a:p>
                  </a:txBody>
                  <a:tcPr anchor="ctr"/>
                </a:tc>
                <a:tc>
                  <a:txBody>
                    <a:bodyPr/>
                    <a:lstStyle>
                      <a:defPPr>
                        <a:defRPr lang="de-DE"/>
                      </a:defPPr>
                    </a:lstStyle>
                    <a:p>
                      <a:pPr algn="l" rtl="0"/>
                      <a:r>
                        <a:rPr lang="de-DE" b="0" i="0" dirty="0">
                          <a:latin typeface="Gill Sans MT" panose="020B0502020104020203" pitchFamily="34" charset="77"/>
                        </a:rPr>
                        <a:t>Mittel</a:t>
                      </a:r>
                    </a:p>
                  </a:txBody>
                  <a:tcPr anchor="ctr"/>
                </a:tc>
                <a:extLst>
                  <a:ext uri="{0D108BD9-81ED-4DB2-BD59-A6C34878D82A}">
                    <a16:rowId xmlns:a16="http://schemas.microsoft.com/office/drawing/2014/main" val="2132482967"/>
                  </a:ext>
                </a:extLst>
              </a:tr>
              <a:tr h="716280">
                <a:tc>
                  <a:txBody>
                    <a:bodyPr/>
                    <a:lstStyle>
                      <a:defPPr>
                        <a:defRPr lang="de-DE"/>
                      </a:defPPr>
                    </a:lstStyle>
                    <a:p>
                      <a:pPr algn="l" rtl="0"/>
                      <a:r>
                        <a:rPr lang="de-DE" b="0" i="0" dirty="0">
                          <a:latin typeface="Gill Sans MT" panose="020B0502020104020203" pitchFamily="34" charset="77"/>
                        </a:rPr>
                        <a:t>Think-Pair-Share</a:t>
                      </a:r>
                    </a:p>
                  </a:txBody>
                  <a:tcPr anchor="ctr"/>
                </a:tc>
                <a:tc>
                  <a:txBody>
                    <a:bodyPr/>
                    <a:lstStyle>
                      <a:defPPr>
                        <a:defRPr lang="de-DE"/>
                      </a:defPPr>
                    </a:lstStyle>
                    <a:p>
                      <a:pPr algn="l" rtl="0"/>
                      <a:r>
                        <a:rPr lang="de-DE" b="0" i="0" dirty="0">
                          <a:latin typeface="Gill Sans MT" panose="020B0502020104020203" pitchFamily="34" charset="77"/>
                        </a:rPr>
                        <a:t>Lernbereitschaft, gute Teamarbeit</a:t>
                      </a:r>
                    </a:p>
                  </a:txBody>
                  <a:tcPr anchor="ctr"/>
                </a:tc>
                <a:tc>
                  <a:txBody>
                    <a:bodyPr/>
                    <a:lstStyle>
                      <a:defPPr>
                        <a:defRPr lang="de-DE"/>
                      </a:defPPr>
                    </a:lstStyle>
                    <a:p>
                      <a:pPr algn="l" rtl="0"/>
                      <a:r>
                        <a:rPr lang="de-DE" b="0" i="0" dirty="0">
                          <a:latin typeface="Gill Sans MT" panose="020B0502020104020203" pitchFamily="34" charset="77"/>
                        </a:rPr>
                        <a:t>Klein</a:t>
                      </a:r>
                    </a:p>
                  </a:txBody>
                  <a:tcPr anchor="ctr"/>
                </a:tc>
                <a:tc>
                  <a:txBody>
                    <a:bodyPr/>
                    <a:lstStyle>
                      <a:defPPr>
                        <a:defRPr lang="de-DE"/>
                      </a:defPPr>
                    </a:lstStyle>
                    <a:p>
                      <a:pPr algn="l" rtl="0"/>
                      <a:r>
                        <a:rPr lang="de-DE" b="0" i="0" dirty="0">
                          <a:latin typeface="Gill Sans MT" panose="020B0502020104020203" pitchFamily="34" charset="77"/>
                        </a:rPr>
                        <a:t>Schwierig(vergleichbar Schulung)</a:t>
                      </a:r>
                    </a:p>
                  </a:txBody>
                  <a:tcPr anchor="ctr"/>
                </a:tc>
                <a:extLst>
                  <a:ext uri="{0D108BD9-81ED-4DB2-BD59-A6C34878D82A}">
                    <a16:rowId xmlns:a16="http://schemas.microsoft.com/office/drawing/2014/main" val="3936251906"/>
                  </a:ext>
                </a:extLst>
              </a:tr>
              <a:tr h="716280">
                <a:tc>
                  <a:txBody>
                    <a:bodyPr/>
                    <a:lstStyle>
                      <a:defPPr>
                        <a:defRPr lang="de-DE"/>
                      </a:defPPr>
                    </a:lstStyle>
                    <a:p>
                      <a:pPr algn="l" rtl="0"/>
                      <a:r>
                        <a:rPr lang="de-DE" b="0" dirty="0"/>
                        <a:t>„erweiterter“ Buchclub</a:t>
                      </a:r>
                      <a:endParaRPr lang="de-DE" b="0" i="0" dirty="0">
                        <a:latin typeface="Gill Sans MT" panose="020B0502020104020203" pitchFamily="34" charset="77"/>
                      </a:endParaRPr>
                    </a:p>
                  </a:txBody>
                  <a:tcPr anchor="ctr"/>
                </a:tc>
                <a:tc>
                  <a:txBody>
                    <a:bodyPr/>
                    <a:lstStyle>
                      <a:defPPr>
                        <a:defRPr lang="de-DE"/>
                      </a:defPPr>
                    </a:lstStyle>
                    <a:p>
                      <a:pPr algn="l" rtl="0"/>
                      <a:r>
                        <a:rPr lang="de-DE" b="0" dirty="0"/>
                        <a:t>Buch, Lernbereitschaft</a:t>
                      </a:r>
                      <a:endParaRPr lang="de-DE" b="0" i="0" dirty="0">
                        <a:latin typeface="Gill Sans MT" panose="020B0502020104020203" pitchFamily="34" charset="77"/>
                      </a:endParaRPr>
                    </a:p>
                  </a:txBody>
                  <a:tcPr anchor="ctr"/>
                </a:tc>
                <a:tc>
                  <a:txBody>
                    <a:bodyPr/>
                    <a:lstStyle>
                      <a:defPPr>
                        <a:defRPr lang="de-DE"/>
                      </a:defPPr>
                    </a:lstStyle>
                    <a:p>
                      <a:pPr algn="l" rtl="0"/>
                      <a:r>
                        <a:rPr lang="de-DE" b="0" i="0" dirty="0">
                          <a:latin typeface="Gill Sans MT" panose="020B0502020104020203" pitchFamily="34" charset="77"/>
                        </a:rPr>
                        <a:t>Klein</a:t>
                      </a:r>
                    </a:p>
                  </a:txBody>
                  <a:tcPr anchor="ctr"/>
                </a:tc>
                <a:tc>
                  <a:txBody>
                    <a:bodyPr/>
                    <a:lstStyle>
                      <a:defPPr>
                        <a:defRPr lang="de-DE"/>
                      </a:defPPr>
                    </a:lstStyle>
                    <a:p>
                      <a:pPr algn="l" rtl="0"/>
                      <a:r>
                        <a:rPr lang="de-DE" b="0" i="0" dirty="0">
                          <a:latin typeface="Gill Sans MT" panose="020B0502020104020203" pitchFamily="34" charset="77"/>
                        </a:rPr>
                        <a:t>Mittel</a:t>
                      </a:r>
                    </a:p>
                  </a:txBody>
                  <a:tcPr anchor="ctr"/>
                </a:tc>
                <a:extLst>
                  <a:ext uri="{0D108BD9-81ED-4DB2-BD59-A6C34878D82A}">
                    <a16:rowId xmlns:a16="http://schemas.microsoft.com/office/drawing/2014/main" val="568537164"/>
                  </a:ext>
                </a:extLst>
              </a:tr>
            </a:tbl>
          </a:graphicData>
        </a:graphic>
      </p:graphicFrame>
      <p:sp>
        <p:nvSpPr>
          <p:cNvPr id="3" name="Fußzeilenplatzhalter 2">
            <a:extLst>
              <a:ext uri="{FF2B5EF4-FFF2-40B4-BE49-F238E27FC236}">
                <a16:creationId xmlns:a16="http://schemas.microsoft.com/office/drawing/2014/main" id="{E6703631-4C62-4805-33A1-7400D810E151}"/>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D0A99784-5A87-B453-C14B-7A4EB3339DE2}"/>
              </a:ext>
            </a:extLst>
          </p:cNvPr>
          <p:cNvSpPr>
            <a:spLocks noGrp="1"/>
          </p:cNvSpPr>
          <p:nvPr>
            <p:ph type="sldNum" sz="quarter" idx="12"/>
          </p:nvPr>
        </p:nvSpPr>
        <p:spPr/>
        <p:txBody>
          <a:bodyPr/>
          <a:lstStyle/>
          <a:p>
            <a:pPr rtl="0"/>
            <a:fld id="{CBD12358-51D2-46B3-9BDE-DF29528B9454}" type="slidenum">
              <a:rPr lang="de-DE" smtClean="0"/>
              <a:t>31</a:t>
            </a:fld>
            <a:endParaRPr lang="de-DE" dirty="0"/>
          </a:p>
        </p:txBody>
      </p:sp>
    </p:spTree>
    <p:extLst>
      <p:ext uri="{BB962C8B-B14F-4D97-AF65-F5344CB8AC3E}">
        <p14:creationId xmlns:p14="http://schemas.microsoft.com/office/powerpoint/2010/main" val="849465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5EDDD-D1C9-7962-C92D-478BCF8A129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F4CA2F7-9950-04DF-974B-A31C0BEC6686}"/>
              </a:ext>
            </a:extLst>
          </p:cNvPr>
          <p:cNvSpPr>
            <a:spLocks noGrp="1"/>
          </p:cNvSpPr>
          <p:nvPr>
            <p:ph type="title"/>
          </p:nvPr>
        </p:nvSpPr>
        <p:spPr>
          <a:xfrm>
            <a:off x="550863" y="508635"/>
            <a:ext cx="11090274" cy="1332000"/>
          </a:xfrm>
        </p:spPr>
        <p:txBody>
          <a:bodyPr rtlCol="0"/>
          <a:lstStyle>
            <a:defPPr>
              <a:defRPr lang="de-DE"/>
            </a:defPPr>
          </a:lstStyle>
          <a:p>
            <a:pPr rtl="0"/>
            <a:r>
              <a:rPr lang="de-DE" dirty="0"/>
              <a:t>Chancen und Voraussetzungen</a:t>
            </a:r>
          </a:p>
        </p:txBody>
      </p:sp>
      <p:sp>
        <p:nvSpPr>
          <p:cNvPr id="6" name="Inhaltsplatzhalter 5">
            <a:extLst>
              <a:ext uri="{FF2B5EF4-FFF2-40B4-BE49-F238E27FC236}">
                <a16:creationId xmlns:a16="http://schemas.microsoft.com/office/drawing/2014/main" id="{3654871C-6D74-DB16-CDBB-8D280FC227B9}"/>
              </a:ext>
            </a:extLst>
          </p:cNvPr>
          <p:cNvSpPr>
            <a:spLocks noGrp="1"/>
          </p:cNvSpPr>
          <p:nvPr>
            <p:ph sz="half" idx="1"/>
          </p:nvPr>
        </p:nvSpPr>
        <p:spPr>
          <a:xfrm>
            <a:off x="550862" y="2097175"/>
            <a:ext cx="5435600" cy="3995650"/>
          </a:xfrm>
        </p:spPr>
        <p:txBody>
          <a:bodyPr rtlCol="0"/>
          <a:lstStyle>
            <a:defPPr>
              <a:defRPr lang="de-DE"/>
            </a:defPPr>
          </a:lstStyle>
          <a:p>
            <a:pPr marL="0" lvl="1" indent="0" rtl="0">
              <a:buNone/>
            </a:pPr>
            <a:r>
              <a:rPr lang="de-DE" dirty="0"/>
              <a:t>Chancen</a:t>
            </a:r>
          </a:p>
          <a:p>
            <a:pPr lvl="1" rtl="0"/>
            <a:r>
              <a:rPr lang="de-DE" dirty="0"/>
              <a:t>Stärkung der Teamfähigkeit</a:t>
            </a:r>
          </a:p>
          <a:p>
            <a:pPr lvl="1" rtl="0"/>
            <a:r>
              <a:rPr lang="de-DE" dirty="0"/>
              <a:t>Förderung der Modellierungs- und Abstraktionskenntnisse</a:t>
            </a:r>
          </a:p>
          <a:p>
            <a:pPr lvl="1" rtl="0"/>
            <a:r>
              <a:rPr lang="de-DE" dirty="0"/>
              <a:t>Veränderter Lerneffekt durch Erfahren und aktiv Gestalten/Handeln</a:t>
            </a:r>
          </a:p>
        </p:txBody>
      </p:sp>
      <p:sp>
        <p:nvSpPr>
          <p:cNvPr id="7" name="Inhaltsplatzhalter 6">
            <a:extLst>
              <a:ext uri="{FF2B5EF4-FFF2-40B4-BE49-F238E27FC236}">
                <a16:creationId xmlns:a16="http://schemas.microsoft.com/office/drawing/2014/main" id="{40C4232C-E8D6-6EAA-7594-6644E1384F7A}"/>
              </a:ext>
            </a:extLst>
          </p:cNvPr>
          <p:cNvSpPr>
            <a:spLocks noGrp="1"/>
          </p:cNvSpPr>
          <p:nvPr>
            <p:ph sz="half" idx="13"/>
          </p:nvPr>
        </p:nvSpPr>
        <p:spPr>
          <a:xfrm>
            <a:off x="6205540" y="2097175"/>
            <a:ext cx="5435600" cy="3995650"/>
          </a:xfrm>
        </p:spPr>
        <p:txBody>
          <a:bodyPr rtlCol="0">
            <a:normAutofit/>
          </a:bodyPr>
          <a:lstStyle>
            <a:defPPr>
              <a:defRPr lang="de-DE"/>
            </a:defPPr>
          </a:lstStyle>
          <a:p>
            <a:pPr rtl="0"/>
            <a:r>
              <a:rPr lang="de-DE" dirty="0"/>
              <a:t>Voraussetzungen</a:t>
            </a:r>
          </a:p>
          <a:p>
            <a:pPr marL="285750" indent="-285750">
              <a:buFont typeface="Arial" panose="020B0604020202020204" pitchFamily="34" charset="0"/>
              <a:buChar char="•"/>
            </a:pPr>
            <a:r>
              <a:rPr lang="de-DE" dirty="0"/>
              <a:t>Zeit</a:t>
            </a:r>
          </a:p>
          <a:p>
            <a:pPr marL="285750" indent="-285750">
              <a:buFont typeface="Arial" panose="020B0604020202020204" pitchFamily="34" charset="0"/>
              <a:buChar char="•"/>
            </a:pPr>
            <a:r>
              <a:rPr lang="de-DE" dirty="0"/>
              <a:t>Bereitschaft, sich auf die </a:t>
            </a:r>
            <a:r>
              <a:rPr lang="de-DE" dirty="0" err="1"/>
              <a:t>Lernart</a:t>
            </a:r>
            <a:r>
              <a:rPr lang="de-DE" dirty="0"/>
              <a:t> einzulassen</a:t>
            </a:r>
          </a:p>
          <a:p>
            <a:pPr marL="285750" indent="-285750">
              <a:buFont typeface="Arial" panose="020B0604020202020204" pitchFamily="34" charset="0"/>
              <a:buChar char="•"/>
            </a:pPr>
            <a:r>
              <a:rPr lang="de-DE" dirty="0"/>
              <a:t>Gewisse Grundmotivation </a:t>
            </a:r>
          </a:p>
          <a:p>
            <a:pPr marL="285750" indent="-285750">
              <a:buFont typeface="Arial" panose="020B0604020202020204" pitchFamily="34" charset="0"/>
              <a:buChar char="•"/>
            </a:pPr>
            <a:r>
              <a:rPr lang="de-DE" dirty="0"/>
              <a:t>Grundsätzlicher Spaß an der Arbeit/Fragestellung </a:t>
            </a:r>
          </a:p>
          <a:p>
            <a:pPr marL="285750" indent="-285750">
              <a:buFont typeface="Arial" panose="020B0604020202020204" pitchFamily="34" charset="0"/>
              <a:buChar char="•"/>
            </a:pPr>
            <a:r>
              <a:rPr lang="de-DE" dirty="0"/>
              <a:t>Gewisser Spiel- und Forschungstrieb</a:t>
            </a:r>
          </a:p>
        </p:txBody>
      </p:sp>
      <p:sp>
        <p:nvSpPr>
          <p:cNvPr id="2" name="Fußzeilenplatzhalter 1">
            <a:extLst>
              <a:ext uri="{FF2B5EF4-FFF2-40B4-BE49-F238E27FC236}">
                <a16:creationId xmlns:a16="http://schemas.microsoft.com/office/drawing/2014/main" id="{6F4EB492-C76B-9641-D0F3-E8F79582753F}"/>
              </a:ext>
            </a:extLst>
          </p:cNvPr>
          <p:cNvSpPr>
            <a:spLocks noGrp="1"/>
          </p:cNvSpPr>
          <p:nvPr>
            <p:ph type="ftr" sz="quarter" idx="11"/>
          </p:nvPr>
        </p:nvSpPr>
        <p:spPr/>
        <p:txBody>
          <a:bodyPr/>
          <a:lstStyle/>
          <a:p>
            <a:pPr rtl="0"/>
            <a:r>
              <a:rPr lang="de-DE"/>
              <a:t>Theresa Körner, Vorstellung alternativer Lernkonzepte, 1.Oktober 2026</a:t>
            </a:r>
            <a:endParaRPr lang="de-DE" dirty="0"/>
          </a:p>
        </p:txBody>
      </p:sp>
      <p:sp>
        <p:nvSpPr>
          <p:cNvPr id="4" name="Foliennummernplatzhalter 3">
            <a:extLst>
              <a:ext uri="{FF2B5EF4-FFF2-40B4-BE49-F238E27FC236}">
                <a16:creationId xmlns:a16="http://schemas.microsoft.com/office/drawing/2014/main" id="{B0037DF3-CDB8-A989-6BC9-40CE5A2B525A}"/>
              </a:ext>
            </a:extLst>
          </p:cNvPr>
          <p:cNvSpPr>
            <a:spLocks noGrp="1"/>
          </p:cNvSpPr>
          <p:nvPr>
            <p:ph type="sldNum" sz="quarter" idx="12"/>
          </p:nvPr>
        </p:nvSpPr>
        <p:spPr/>
        <p:txBody>
          <a:bodyPr/>
          <a:lstStyle/>
          <a:p>
            <a:pPr rtl="0"/>
            <a:fld id="{DBA1B0FB-D917-4C8C-928F-313BD683BF39}" type="slidenum">
              <a:rPr lang="de-DE" smtClean="0"/>
              <a:t>32</a:t>
            </a:fld>
            <a:endParaRPr lang="de-DE" dirty="0"/>
          </a:p>
        </p:txBody>
      </p:sp>
    </p:spTree>
    <p:extLst>
      <p:ext uri="{BB962C8B-B14F-4D97-AF65-F5344CB8AC3E}">
        <p14:creationId xmlns:p14="http://schemas.microsoft.com/office/powerpoint/2010/main" val="1975686767"/>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976250_TF33713516_Win32" id="{FA432118-3671-4A9A-B6AE-C8E661E198BC}" vid="{CDB7179C-22AA-4A70-AACE-21A927A13D6D}"/>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{34506F98-A054-46F6-943B-20D8F27FB670}tf33713516_win32</Template>
  <TotalTime>0</TotalTime>
  <Words>1687</Words>
  <Application>Microsoft Office PowerPoint</Application>
  <PresentationFormat>Breitbild</PresentationFormat>
  <Paragraphs>369</Paragraphs>
  <Slides>32</Slides>
  <Notes>25</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32</vt:i4>
      </vt:variant>
    </vt:vector>
  </HeadingPairs>
  <TitlesOfParts>
    <vt:vector size="38" baseType="lpstr">
      <vt:lpstr>Arial</vt:lpstr>
      <vt:lpstr>Calibri</vt:lpstr>
      <vt:lpstr>Gill Sans MT</vt:lpstr>
      <vt:lpstr>Symbol</vt:lpstr>
      <vt:lpstr>Walbaum Display</vt:lpstr>
      <vt:lpstr>3DFloatVTI</vt:lpstr>
      <vt:lpstr>Lernen neu erleben: Bildungs-Escaperooms und Problem-Based Learning</vt:lpstr>
      <vt:lpstr>Inhalt</vt:lpstr>
      <vt:lpstr>Motivation</vt:lpstr>
      <vt:lpstr>Einflüsse fürs Lernen (nicht vollständig)</vt:lpstr>
      <vt:lpstr>Bildungs-Escaperoom</vt:lpstr>
      <vt:lpstr>Was ist ein Escaperoom?</vt:lpstr>
      <vt:lpstr>Was ist ein Bildungs-Escaperoom?</vt:lpstr>
      <vt:lpstr>Unterschiede Bildungs-Escaperoom und klassischer Escaperoom</vt:lpstr>
      <vt:lpstr>Grobaufbau</vt:lpstr>
      <vt:lpstr>Wie könnte das konkret aussehen? </vt:lpstr>
      <vt:lpstr>Mögliches erstes Rätsel</vt:lpstr>
      <vt:lpstr>Mögliches zweites Rätsel</vt:lpstr>
      <vt:lpstr>Weitere mögliche Rätseltypen</vt:lpstr>
      <vt:lpstr>Nachbearbeitung und Materialien</vt:lpstr>
      <vt:lpstr>Problem Based Learning</vt:lpstr>
      <vt:lpstr>Problem-Based Learning</vt:lpstr>
      <vt:lpstr>Eine mögliche Grundstruktur</vt:lpstr>
      <vt:lpstr>Beispiel </vt:lpstr>
      <vt:lpstr>Nachbearbeitung und Materialien</vt:lpstr>
      <vt:lpstr>Bildungs-Escaperoom vs Problem-Based Learning</vt:lpstr>
      <vt:lpstr>Weitere Ansätze</vt:lpstr>
      <vt:lpstr>Ansätze</vt:lpstr>
      <vt:lpstr>Fragen?</vt:lpstr>
      <vt:lpstr>Vielen Dank</vt:lpstr>
      <vt:lpstr>Ansätze - Backup</vt:lpstr>
      <vt:lpstr>Flipped Classroom</vt:lpstr>
      <vt:lpstr>Escaperoom</vt:lpstr>
      <vt:lpstr>Problem-Based Learning</vt:lpstr>
      <vt:lpstr>Case-Based Learning</vt:lpstr>
      <vt:lpstr>„Erweiterter“ Buchclub</vt:lpstr>
      <vt:lpstr>Gesamtzusammenfassung</vt:lpstr>
      <vt:lpstr>Chancen und Voraussetzungen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Körner, Theresa</dc:creator>
  <cp:lastModifiedBy>Weiß, Christian</cp:lastModifiedBy>
  <cp:revision>13</cp:revision>
  <dcterms:created xsi:type="dcterms:W3CDTF">2026-08-01T14:19:20Z</dcterms:created>
  <dcterms:modified xsi:type="dcterms:W3CDTF">2026-09-24T13:59:25Z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